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2" r:id="rId2"/>
    <p:sldId id="269" r:id="rId3"/>
    <p:sldId id="279" r:id="rId4"/>
    <p:sldId id="268" r:id="rId5"/>
    <p:sldId id="273" r:id="rId6"/>
    <p:sldId id="276" r:id="rId7"/>
    <p:sldId id="274" r:id="rId8"/>
    <p:sldId id="277" r:id="rId9"/>
    <p:sldId id="2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22DA8-1783-4783-BCEE-619B4564361A}" type="datetimeFigureOut">
              <a:rPr lang="en-IN" smtClean="0"/>
              <a:t>22-09-2024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A9343-7B5D-47B6-8E30-F8FFBD8C1D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68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2474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768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5661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47782-A76B-B05A-90E0-0595B0ED2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71961B-FE70-B7B1-C619-D6B1AA9A7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AACE7-1185-5B97-66D5-CD9AC8AFF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D8AD-95B1-4DCB-AAAD-ECBB2418D84C}" type="datetimeFigureOut">
              <a:rPr lang="en-IN" smtClean="0"/>
              <a:t>22-09-2024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F6EFF-9002-A491-F3BE-96D2C09E9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1A6C0-873D-8A4C-2982-AC71C154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7DC1-BDFF-4388-B9DB-B7F092B822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139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B3152-3C7F-A91A-03F5-B9291E0DB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28422-8630-4EC6-5E47-4F78472AF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5A4AE-248F-B2F1-ABD1-993AD2FC3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D8AD-95B1-4DCB-AAAD-ECBB2418D84C}" type="datetimeFigureOut">
              <a:rPr lang="en-IN" smtClean="0"/>
              <a:t>22-09-2024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F0C01-A94A-8529-6441-928920F5F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AA0C-9C18-914F-C186-641EC435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7DC1-BDFF-4388-B9DB-B7F092B822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225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41EE6-81BE-C53C-5DC7-71CBF564A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91440-93F5-7231-582E-59E126611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FA803-C9A9-58E0-49EA-7E9A3DAA6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D8AD-95B1-4DCB-AAAD-ECBB2418D84C}" type="datetimeFigureOut">
              <a:rPr lang="en-IN" smtClean="0"/>
              <a:t>22-09-2024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F2CAD-FD0B-E3AD-D354-70850B88F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479DE-191F-6311-8A14-2C260610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7DC1-BDFF-4388-B9DB-B7F092B822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59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0916B-C00F-794E-C0A2-EA5E174E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9ACD0-F329-8543-B375-73D95C55F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9D7BC-92BE-1238-3ADE-5CEA25683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FF4932-96E3-5704-80AB-DA0C43B90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D8AD-95B1-4DCB-AAAD-ECBB2418D84C}" type="datetimeFigureOut">
              <a:rPr lang="en-IN" smtClean="0"/>
              <a:t>22-09-2024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37CEF-5256-9050-3BFD-628A7455B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1EE2D-7B7D-3BFD-368E-03E20C5DE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7DC1-BDFF-4388-B9DB-B7F092B822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613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F4FC2-8AFE-BF23-EA80-83078951F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84A07-2D81-12C7-A911-BD53617ED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DC458-7F90-3632-DC21-B14520CEE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561E43-4440-8620-2BD4-CDB69A3DC1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B5772-9595-5EB3-3E37-B96261228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46F25-C42E-574B-EE38-F5ABAAB16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D8AD-95B1-4DCB-AAAD-ECBB2418D84C}" type="datetimeFigureOut">
              <a:rPr lang="en-IN" smtClean="0"/>
              <a:t>22-09-2024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5CD132-C0A2-3407-0A7E-5BA2884C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FB08A-983A-16EE-34C5-27AEE261C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7DC1-BDFF-4388-B9DB-B7F092B822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270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E6167-E6A5-29C4-508B-A27B6DD11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3F566C-C728-AB05-6892-C8D3A5D17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D8AD-95B1-4DCB-AAAD-ECBB2418D84C}" type="datetimeFigureOut">
              <a:rPr lang="en-IN" smtClean="0"/>
              <a:t>22-09-2024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05691C-B8A9-8601-8FBB-59E7C3E68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618AE-FC43-CDB5-125C-5201043F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7DC1-BDFF-4388-B9DB-B7F092B822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249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D8A56-B713-504B-1F79-1871D0580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D8AD-95B1-4DCB-AAAD-ECBB2418D84C}" type="datetimeFigureOut">
              <a:rPr lang="en-IN" smtClean="0"/>
              <a:t>22-09-2024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3BCB2F-FE16-A669-2213-8BF09C7F4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699C9-0BD2-A89F-B183-6E86343E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7DC1-BDFF-4388-B9DB-B7F092B822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336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9930-BEE2-FBC2-BEE3-9D04A6C56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97544-6BCE-0B2F-77A3-4F9857BA2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CE2EA-535C-8806-D491-78AB23FAA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8751F-3F73-F715-68AC-FABAD03B5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D8AD-95B1-4DCB-AAAD-ECBB2418D84C}" type="datetimeFigureOut">
              <a:rPr lang="en-IN" smtClean="0"/>
              <a:t>22-09-2024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682FA-7961-12AA-12CD-D3AE330E0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D5E24-B47B-3B60-C785-F9FFD2051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7DC1-BDFF-4388-B9DB-B7F092B822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648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E678D-1560-9838-FCA4-88915152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D59EA3-21A9-625D-D808-C648DE5839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88946-B48F-60A7-2A19-A6F111A53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0A840-AC8A-8A0B-F597-9084E7670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D8AD-95B1-4DCB-AAAD-ECBB2418D84C}" type="datetimeFigureOut">
              <a:rPr lang="en-IN" smtClean="0"/>
              <a:t>22-09-2024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6C331-3B4F-22E0-8537-B68E18D6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2AB6E-8B6F-DD14-5707-FCDA2F95F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7DC1-BDFF-4388-B9DB-B7F092B822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72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64FD-39FD-DF7E-ADED-484F8297D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F9CBE-D898-5941-9903-4B084813C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5655F-92B0-28E8-89EE-60CAEBC33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D8AD-95B1-4DCB-AAAD-ECBB2418D84C}" type="datetimeFigureOut">
              <a:rPr lang="en-IN" smtClean="0"/>
              <a:t>22-09-2024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53A17-E36C-612B-4538-84A651408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4022E-F4BA-6586-2362-989B9EF3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7DC1-BDFF-4388-B9DB-B7F092B822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98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4AE35F-21D0-5613-1105-BFA131BFF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F535E-9401-DEE8-2061-961BC5492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8F2EB-ABCA-8FCF-B628-0AF54E925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D8AD-95B1-4DCB-AAAD-ECBB2418D84C}" type="datetimeFigureOut">
              <a:rPr lang="en-IN" smtClean="0"/>
              <a:t>22-09-2024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30F35-5834-0066-0F2A-B79598185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14614-251A-9DF7-524B-F0701D21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7DC1-BDFF-4388-B9DB-B7F092B822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802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4695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31122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B7B4A-A808-A3EE-3F53-A109233CD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84378-F832-F165-C236-FA3E0F477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6D199-6442-EEA8-D221-9157BFFD2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9D8AD-95B1-4DCB-AAAD-ECBB2418D84C}" type="datetimeFigureOut">
              <a:rPr lang="en-IN" smtClean="0"/>
              <a:t>22-09-2024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5D637-ADB8-994C-37F6-BC71AA4C3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534BF-1E64-E476-BD2F-34B7AEF69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D7DC1-BDFF-4388-B9DB-B7F092B822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603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jK91QSzT_ZEeL---qgUyWVzpFx1-rY-4aLo9h7FtVw8/edit" TargetMode="Externa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5990975" y="1451560"/>
            <a:ext cx="5609887" cy="395488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64" name="Google Shape;164;p13"/>
          <p:cNvSpPr txBox="1"/>
          <p:nvPr/>
        </p:nvSpPr>
        <p:spPr>
          <a:xfrm>
            <a:off x="513238" y="1578000"/>
            <a:ext cx="5634543" cy="21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200" b="1" dirty="0">
                <a:solidFill>
                  <a:srgbClr val="00002A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Fira Sans Extra Condensed SemiBold"/>
                <a:cs typeface="Times New Roman" panose="02020603050405020304" pitchFamily="18" charset="0"/>
                <a:sym typeface="Fira Sans Extra Condensed SemiBold"/>
              </a:rPr>
              <a:t>01</a:t>
            </a:r>
          </a:p>
          <a:p>
            <a:r>
              <a:rPr lang="en-US" sz="4200" b="1" dirty="0"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Rules While Designing The Drawing</a:t>
            </a:r>
          </a:p>
          <a:p>
            <a:endParaRPr sz="4200" b="1" dirty="0">
              <a:solidFill>
                <a:srgbClr val="00002A"/>
              </a:solidFill>
              <a:highlight>
                <a:srgbClr val="FFFFFF"/>
              </a:highlight>
              <a:latin typeface="Times New Roman" panose="02020603050405020304" pitchFamily="18" charset="0"/>
              <a:ea typeface="Fira Sans Extra Condensed SemiBold"/>
              <a:cs typeface="Times New Roman" panose="02020603050405020304" pitchFamily="18" charset="0"/>
              <a:sym typeface="Fira Sans Extra Condense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730703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3839559-7FAB-A56E-7C13-7829F5EE631E}"/>
              </a:ext>
            </a:extLst>
          </p:cNvPr>
          <p:cNvSpPr txBox="1">
            <a:spLocks/>
          </p:cNvSpPr>
          <p:nvPr/>
        </p:nvSpPr>
        <p:spPr>
          <a:xfrm>
            <a:off x="415600" y="2349305"/>
            <a:ext cx="11360800" cy="37425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kern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51DE33-5437-FDBD-8476-75DEF8FA040A}"/>
              </a:ext>
            </a:extLst>
          </p:cNvPr>
          <p:cNvSpPr txBox="1"/>
          <p:nvPr/>
        </p:nvSpPr>
        <p:spPr>
          <a:xfrm>
            <a:off x="837630" y="3811012"/>
            <a:ext cx="10064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The Drawing Number, Sheet No, Rev No should be written in the given format.</a:t>
            </a:r>
            <a:endParaRPr lang="en-IN" sz="3200" dirty="0"/>
          </a:p>
          <a:p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556BC2-11E2-D4BB-8F4B-FC06EF48D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25" y="389149"/>
            <a:ext cx="5762625" cy="1457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5D60C1-9821-7B8E-00C3-3C5920D2B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25" y="1846474"/>
            <a:ext cx="57912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11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97DDA7-1EFF-C6B3-3C53-D2FE6454C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30" y="823473"/>
            <a:ext cx="4826317" cy="1122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01FD91-90B3-014A-B153-5BA40C27A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993" y="823473"/>
            <a:ext cx="3632495" cy="1122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3839559-7FAB-A56E-7C13-7829F5EE631E}"/>
              </a:ext>
            </a:extLst>
          </p:cNvPr>
          <p:cNvSpPr txBox="1">
            <a:spLocks/>
          </p:cNvSpPr>
          <p:nvPr/>
        </p:nvSpPr>
        <p:spPr>
          <a:xfrm>
            <a:off x="415600" y="2349305"/>
            <a:ext cx="11360800" cy="37425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kern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51DE33-5437-FDBD-8476-75DEF8FA040A}"/>
              </a:ext>
            </a:extLst>
          </p:cNvPr>
          <p:cNvSpPr txBox="1"/>
          <p:nvPr/>
        </p:nvSpPr>
        <p:spPr>
          <a:xfrm>
            <a:off x="837630" y="2987539"/>
            <a:ext cx="1006483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USE Capital “X” for PLATES and Angle Cleats.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Use some big text font size for Plates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Remove “-” (hyphen) and replace with capital “X”</a:t>
            </a:r>
            <a:br>
              <a:rPr lang="en-US" sz="3200" dirty="0"/>
            </a:br>
            <a:endParaRPr lang="en-IN" sz="3200" dirty="0"/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44089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D26740-5D53-5B31-4BB2-56D6D6195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07480"/>
            <a:ext cx="11360800" cy="789800"/>
          </a:xfrm>
        </p:spPr>
        <p:txBody>
          <a:bodyPr/>
          <a:lstStyle/>
          <a:p>
            <a:r>
              <a:rPr lang="en-US" sz="4400" dirty="0"/>
              <a:t>MKD Nomenclature or Naming Convention</a:t>
            </a:r>
            <a:endParaRPr lang="en-IN" sz="44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7F3943-F205-5F03-073A-B68E8AE61E6C}"/>
              </a:ext>
            </a:extLst>
          </p:cNvPr>
          <p:cNvSpPr txBox="1">
            <a:spLocks/>
          </p:cNvSpPr>
          <p:nvPr/>
        </p:nvSpPr>
        <p:spPr>
          <a:xfrm>
            <a:off x="415600" y="2039816"/>
            <a:ext cx="11360800" cy="2447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23323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kern="0" dirty="0">
                <a:solidFill>
                  <a:schemeClr val="tx1"/>
                </a:solidFill>
              </a:rPr>
              <a:t>New Fashion Only Follow</a:t>
            </a:r>
          </a:p>
          <a:p>
            <a:pPr lvl="1"/>
            <a:r>
              <a:rPr lang="en-US" sz="2800" kern="0" dirty="0">
                <a:solidFill>
                  <a:schemeClr val="tx1"/>
                </a:solidFill>
              </a:rPr>
              <a:t>Starting with a number -&gt; character </a:t>
            </a:r>
            <a:r>
              <a:rPr lang="en-US" sz="2800" kern="0" dirty="0">
                <a:solidFill>
                  <a:schemeClr val="tx1"/>
                </a:solidFill>
                <a:sym typeface="Wingdings" panose="05000000000000000000" pitchFamily="2" charset="2"/>
              </a:rPr>
              <a:t> Number -&gt; character(optional)</a:t>
            </a:r>
          </a:p>
          <a:p>
            <a:pPr lvl="1"/>
            <a:r>
              <a:rPr lang="en-US" sz="2800" kern="0" dirty="0" err="1">
                <a:solidFill>
                  <a:schemeClr val="tx1"/>
                </a:solidFill>
                <a:sym typeface="Wingdings" panose="05000000000000000000" pitchFamily="2" charset="2"/>
              </a:rPr>
              <a:t>Eg</a:t>
            </a:r>
            <a:r>
              <a:rPr lang="en-US" sz="2800" kern="0" dirty="0">
                <a:solidFill>
                  <a:schemeClr val="tx1"/>
                </a:solidFill>
                <a:sym typeface="Wingdings" panose="05000000000000000000" pitchFamily="2" charset="2"/>
              </a:rPr>
              <a:t>:- 8EB23, 4DF34</a:t>
            </a:r>
          </a:p>
          <a:p>
            <a:pPr lvl="1"/>
            <a:r>
              <a:rPr lang="en-US" sz="2800" kern="0" dirty="0" err="1">
                <a:solidFill>
                  <a:schemeClr val="tx1"/>
                </a:solidFill>
                <a:sym typeface="Wingdings" panose="05000000000000000000" pitchFamily="2" charset="2"/>
              </a:rPr>
              <a:t>Eg</a:t>
            </a:r>
            <a:r>
              <a:rPr lang="en-US" sz="2800" kern="0" dirty="0">
                <a:solidFill>
                  <a:schemeClr val="tx1"/>
                </a:solidFill>
                <a:sym typeface="Wingdings" panose="05000000000000000000" pitchFamily="2" charset="2"/>
              </a:rPr>
              <a:t>:- 4DF3A, 4DF3B</a:t>
            </a:r>
          </a:p>
          <a:p>
            <a:pPr lvl="1"/>
            <a:endParaRPr lang="en-US" sz="2800" kern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92864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5990975" y="1451560"/>
            <a:ext cx="5609887" cy="395488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64" name="Google Shape;164;p13"/>
          <p:cNvSpPr txBox="1"/>
          <p:nvPr/>
        </p:nvSpPr>
        <p:spPr>
          <a:xfrm>
            <a:off x="343101" y="1368908"/>
            <a:ext cx="5617625" cy="21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200" b="1" dirty="0">
                <a:solidFill>
                  <a:srgbClr val="00002A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Fira Sans Extra Condensed SemiBold"/>
                <a:cs typeface="Times New Roman" panose="02020603050405020304" pitchFamily="18" charset="0"/>
                <a:sym typeface="Fira Sans Extra Condensed SemiBold"/>
              </a:rPr>
              <a:t>02</a:t>
            </a:r>
          </a:p>
          <a:p>
            <a:r>
              <a:rPr lang="en-US" sz="4400" dirty="0">
                <a:latin typeface="Fira Sans"/>
                <a:ea typeface="Fira Sans"/>
                <a:cs typeface="Fira Sans"/>
                <a:sym typeface="Fira Sans"/>
              </a:rPr>
              <a:t>Planning, Scrum and Weekly meetings</a:t>
            </a:r>
          </a:p>
          <a:p>
            <a:endParaRPr lang="en-US" sz="4200" b="1" dirty="0">
              <a:solidFill>
                <a:srgbClr val="00002A"/>
              </a:solidFill>
              <a:highlight>
                <a:srgbClr val="FFFFFF"/>
              </a:highlight>
              <a:latin typeface="Times New Roman" panose="02020603050405020304" pitchFamily="18" charset="0"/>
              <a:ea typeface="Fira Sans Extra Condensed SemiBold"/>
              <a:cs typeface="Times New Roman" panose="02020603050405020304" pitchFamily="18" charset="0"/>
              <a:sym typeface="Fira Sans Extra Condensed SemiBold"/>
            </a:endParaRPr>
          </a:p>
          <a:p>
            <a:endParaRPr lang="en-US" sz="4200" b="1" dirty="0">
              <a:latin typeface="Times New Roman" panose="02020603050405020304" pitchFamily="18" charset="0"/>
              <a:ea typeface="Fira Sans"/>
              <a:cs typeface="Times New Roman" panose="02020603050405020304" pitchFamily="18" charset="0"/>
              <a:sym typeface="Fira Sans"/>
            </a:endParaRPr>
          </a:p>
          <a:p>
            <a:endParaRPr sz="4200" b="1" dirty="0">
              <a:solidFill>
                <a:srgbClr val="00002A"/>
              </a:solidFill>
              <a:highlight>
                <a:srgbClr val="FFFFFF"/>
              </a:highlight>
              <a:latin typeface="Times New Roman" panose="02020603050405020304" pitchFamily="18" charset="0"/>
              <a:ea typeface="Fira Sans Extra Condensed SemiBold"/>
              <a:cs typeface="Times New Roman" panose="02020603050405020304" pitchFamily="18" charset="0"/>
              <a:sym typeface="Fira Sans Extra Condense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97959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9894F-AC3A-3321-B3BD-85BFE164B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944596"/>
            <a:ext cx="11360800" cy="2458592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Excel Spreadsheet – </a:t>
            </a:r>
            <a:r>
              <a:rPr lang="en-US" sz="3200" dirty="0">
                <a:solidFill>
                  <a:schemeClr val="tx1"/>
                </a:solidFill>
                <a:hlinkClick r:id="rId2"/>
              </a:rPr>
              <a:t>Link</a:t>
            </a:r>
            <a:r>
              <a:rPr lang="en-US" sz="3200" dirty="0">
                <a:solidFill>
                  <a:schemeClr val="tx1"/>
                </a:solidFill>
              </a:rPr>
              <a:t> (ctrl + click to open the link)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Google Drive Access – </a:t>
            </a:r>
            <a:r>
              <a:rPr lang="en-US" sz="3200" dirty="0">
                <a:solidFill>
                  <a:schemeClr val="tx1"/>
                </a:solidFill>
              </a:rPr>
              <a:t>A new drive link where all the drawing will be stored.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Every Sunday Meeting </a:t>
            </a:r>
          </a:p>
          <a:p>
            <a:pPr marL="152396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8979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5990975" y="1451560"/>
            <a:ext cx="5609887" cy="395488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64" name="Google Shape;164;p13"/>
          <p:cNvSpPr txBox="1"/>
          <p:nvPr/>
        </p:nvSpPr>
        <p:spPr>
          <a:xfrm>
            <a:off x="470189" y="1537511"/>
            <a:ext cx="5365607" cy="21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200" b="1" dirty="0">
                <a:solidFill>
                  <a:srgbClr val="00002A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Fira Sans Extra Condensed SemiBold"/>
                <a:cs typeface="Times New Roman" panose="02020603050405020304" pitchFamily="18" charset="0"/>
                <a:sym typeface="Fira Sans Extra Condensed SemiBold"/>
              </a:rPr>
              <a:t>04</a:t>
            </a:r>
          </a:p>
          <a:p>
            <a:r>
              <a:rPr lang="en-US" sz="4400" dirty="0">
                <a:latin typeface="Fira Sans"/>
                <a:ea typeface="Fira Sans"/>
                <a:cs typeface="Fira Sans"/>
                <a:sym typeface="Fira Sans"/>
              </a:rPr>
              <a:t>Future Of SBOM Project</a:t>
            </a:r>
          </a:p>
          <a:p>
            <a:endParaRPr lang="en-US" sz="4200" b="1" dirty="0">
              <a:solidFill>
                <a:srgbClr val="00002A"/>
              </a:solidFill>
              <a:highlight>
                <a:srgbClr val="FFFFFF"/>
              </a:highlight>
              <a:latin typeface="Times New Roman" panose="02020603050405020304" pitchFamily="18" charset="0"/>
              <a:ea typeface="Fira Sans Extra Condensed SemiBold"/>
              <a:cs typeface="Times New Roman" panose="02020603050405020304" pitchFamily="18" charset="0"/>
              <a:sym typeface="Fira Sans Extra Condensed SemiBold"/>
            </a:endParaRPr>
          </a:p>
          <a:p>
            <a:endParaRPr lang="en-US" sz="4200" b="1" dirty="0">
              <a:latin typeface="Times New Roman" panose="02020603050405020304" pitchFamily="18" charset="0"/>
              <a:ea typeface="Fira Sans"/>
              <a:cs typeface="Times New Roman" panose="02020603050405020304" pitchFamily="18" charset="0"/>
              <a:sym typeface="Fira Sans"/>
            </a:endParaRPr>
          </a:p>
          <a:p>
            <a:endParaRPr sz="4200" b="1" dirty="0">
              <a:solidFill>
                <a:srgbClr val="00002A"/>
              </a:solidFill>
              <a:highlight>
                <a:srgbClr val="FFFFFF"/>
              </a:highlight>
              <a:latin typeface="Times New Roman" panose="02020603050405020304" pitchFamily="18" charset="0"/>
              <a:ea typeface="Fira Sans Extra Condensed SemiBold"/>
              <a:cs typeface="Times New Roman" panose="02020603050405020304" pitchFamily="18" charset="0"/>
              <a:sym typeface="Fira Sans Extra Condense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951798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0C2F6-23DD-CAD3-3B4B-6E02873F5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790315"/>
            <a:ext cx="11360800" cy="763600"/>
          </a:xfrm>
        </p:spPr>
        <p:txBody>
          <a:bodyPr/>
          <a:lstStyle/>
          <a:p>
            <a:pPr algn="ctr"/>
            <a:r>
              <a:rPr lang="en-US" dirty="0"/>
              <a:t>For Beam Drawings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6FA12-582F-0430-5B72-92E552799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2401631"/>
            <a:ext cx="11360800" cy="1628598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Code Optimization </a:t>
            </a:r>
          </a:p>
          <a:p>
            <a:r>
              <a:rPr lang="en-US" sz="3200" dirty="0">
                <a:solidFill>
                  <a:schemeClr val="tx1"/>
                </a:solidFill>
              </a:rPr>
              <a:t>If any problem arises they will be resolved </a:t>
            </a:r>
          </a:p>
          <a:p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714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07FB-37C4-6211-3AF6-DB266663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057601"/>
            <a:ext cx="11360800" cy="763600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For New Type Of Drawings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DE159-E967-AB53-35F9-AF76D23BC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2665400"/>
            <a:ext cx="11360800" cy="1611013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Proper Requirements Analysis</a:t>
            </a:r>
          </a:p>
          <a:p>
            <a:r>
              <a:rPr lang="en-US" sz="3200" dirty="0">
                <a:solidFill>
                  <a:schemeClr val="tx1"/>
                </a:solidFill>
              </a:rPr>
              <a:t>All Type Of Drawings are together analyzed, decided </a:t>
            </a:r>
            <a:endParaRPr lang="en-IN" sz="3200" dirty="0">
              <a:solidFill>
                <a:schemeClr val="tx1"/>
              </a:solidFill>
            </a:endParaRPr>
          </a:p>
          <a:p>
            <a:pPr marL="152396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5516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161</Words>
  <Application>Microsoft Office PowerPoint</Application>
  <PresentationFormat>Widescreen</PresentationFormat>
  <Paragraphs>26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Fira Sans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MKD Nomenclature or Naming Convention</vt:lpstr>
      <vt:lpstr>PowerPoint Presentation</vt:lpstr>
      <vt:lpstr>PowerPoint Presentation</vt:lpstr>
      <vt:lpstr>PowerPoint Presentation</vt:lpstr>
      <vt:lpstr>For Beam Drawings</vt:lpstr>
      <vt:lpstr>For New Type Of Drawings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Pranay</dc:creator>
  <cp:lastModifiedBy>Sai Pranay</cp:lastModifiedBy>
  <cp:revision>2</cp:revision>
  <dcterms:created xsi:type="dcterms:W3CDTF">2024-09-22T04:05:21Z</dcterms:created>
  <dcterms:modified xsi:type="dcterms:W3CDTF">2024-09-22T09:47:08Z</dcterms:modified>
</cp:coreProperties>
</file>