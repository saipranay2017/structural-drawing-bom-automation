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8" r:id="rId2"/>
    <p:sldId id="261" r:id="rId3"/>
    <p:sldId id="256" r:id="rId4"/>
    <p:sldId id="262" r:id="rId5"/>
    <p:sldId id="263" r:id="rId6"/>
    <p:sldId id="264" r:id="rId7"/>
    <p:sldId id="279" r:id="rId8"/>
    <p:sldId id="265" r:id="rId9"/>
    <p:sldId id="271" r:id="rId10"/>
    <p:sldId id="270" r:id="rId11"/>
    <p:sldId id="266" r:id="rId12"/>
    <p:sldId id="280" r:id="rId13"/>
    <p:sldId id="281" r:id="rId14"/>
    <p:sldId id="282" r:id="rId15"/>
    <p:sldId id="272" r:id="rId16"/>
    <p:sldId id="283" r:id="rId17"/>
    <p:sldId id="28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8F4C38-A9A8-4C18-A1E2-E04CD2F7A23D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4760DC-1E72-40D8-AA80-AE476E8056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2360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92a1ad2113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92a1ad2113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9026751953_0_1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9026751953_0_12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92a1ad2113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92a1ad2113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92a1ad2113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92a1ad2113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2474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13247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0556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96370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20712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75666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19796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95590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81122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391265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85399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28468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2518725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/>
        </p:nvSpPr>
        <p:spPr>
          <a:xfrm>
            <a:off x="345781" y="616618"/>
            <a:ext cx="5061534" cy="1380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9200" dirty="0">
                <a:solidFill>
                  <a:schemeClr val="accent1">
                    <a:lumMod val="75000"/>
                  </a:schemeClr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SBOM</a:t>
            </a:r>
            <a:endParaRPr sz="9200" dirty="0">
              <a:solidFill>
                <a:schemeClr val="accent1">
                  <a:lumMod val="75000"/>
                </a:schemeClr>
              </a:solidFill>
              <a:highlight>
                <a:srgbClr val="FFFFFF"/>
              </a:highlight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65" name="Google Shape;165;p13"/>
          <p:cNvSpPr txBox="1"/>
          <p:nvPr/>
        </p:nvSpPr>
        <p:spPr>
          <a:xfrm>
            <a:off x="345781" y="1825291"/>
            <a:ext cx="4394400" cy="7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200" dirty="0">
                <a:solidFill>
                  <a:srgbClr val="0070C0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Shrijee Bill Of Materials</a:t>
            </a:r>
            <a:endParaRPr sz="2200" dirty="0">
              <a:solidFill>
                <a:srgbClr val="0070C0"/>
              </a:solidFill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9C02FD-A68B-71A7-4866-FAB8FB7F88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44" t="7611" r="6209" b="12308"/>
          <a:stretch/>
        </p:blipFill>
        <p:spPr>
          <a:xfrm>
            <a:off x="6216239" y="1377485"/>
            <a:ext cx="1964725" cy="18158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450B4F-D940-3E80-DF22-3045C103E0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6368" y="1550126"/>
            <a:ext cx="3411972" cy="15856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C93C990-04AF-36DF-A8A2-FC83517ECD67}"/>
              </a:ext>
            </a:extLst>
          </p:cNvPr>
          <p:cNvSpPr txBox="1"/>
          <p:nvPr/>
        </p:nvSpPr>
        <p:spPr>
          <a:xfrm>
            <a:off x="866285" y="3744364"/>
            <a:ext cx="106520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The </a:t>
            </a:r>
            <a:r>
              <a:rPr lang="en-US" sz="2800" b="1" dirty="0"/>
              <a:t>Optical Character Recognition Software</a:t>
            </a:r>
            <a:r>
              <a:rPr lang="en-US" sz="2800" dirty="0"/>
              <a:t>, to automate the calculation Of </a:t>
            </a:r>
            <a:r>
              <a:rPr lang="en-US" sz="2800" b="1" dirty="0"/>
              <a:t>Bill Of materials</a:t>
            </a:r>
            <a:r>
              <a:rPr lang="en-US" sz="2800" dirty="0"/>
              <a:t>.  </a:t>
            </a:r>
            <a:endParaRPr lang="en-IN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9" name="Google Shape;1499;p18"/>
          <p:cNvGrpSpPr/>
          <p:nvPr/>
        </p:nvGrpSpPr>
        <p:grpSpPr>
          <a:xfrm>
            <a:off x="3580592" y="719932"/>
            <a:ext cx="4074931" cy="5418157"/>
            <a:chOff x="3049525" y="1569750"/>
            <a:chExt cx="1724425" cy="2292850"/>
          </a:xfrm>
        </p:grpSpPr>
        <p:sp>
          <p:nvSpPr>
            <p:cNvPr id="1500" name="Google Shape;1500;p18"/>
            <p:cNvSpPr/>
            <p:nvPr/>
          </p:nvSpPr>
          <p:spPr>
            <a:xfrm>
              <a:off x="3628275" y="1569750"/>
              <a:ext cx="809975" cy="441800"/>
            </a:xfrm>
            <a:custGeom>
              <a:avLst/>
              <a:gdLst/>
              <a:ahLst/>
              <a:cxnLst/>
              <a:rect l="l" t="t" r="r" b="b"/>
              <a:pathLst>
                <a:path w="32399" h="17672" extrusionOk="0">
                  <a:moveTo>
                    <a:pt x="1" y="0"/>
                  </a:moveTo>
                  <a:lnTo>
                    <a:pt x="1" y="5985"/>
                  </a:lnTo>
                  <a:cubicBezTo>
                    <a:pt x="10990" y="5985"/>
                    <a:pt x="20966" y="10451"/>
                    <a:pt x="28186" y="17671"/>
                  </a:cubicBezTo>
                  <a:lnTo>
                    <a:pt x="32398" y="13459"/>
                  </a:lnTo>
                  <a:cubicBezTo>
                    <a:pt x="24101" y="5162"/>
                    <a:pt x="12637" y="0"/>
                    <a:pt x="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1" name="Google Shape;1501;p18"/>
            <p:cNvSpPr/>
            <p:nvPr/>
          </p:nvSpPr>
          <p:spPr>
            <a:xfrm>
              <a:off x="3049525" y="2137400"/>
              <a:ext cx="1157550" cy="1157525"/>
            </a:xfrm>
            <a:custGeom>
              <a:avLst/>
              <a:gdLst/>
              <a:ahLst/>
              <a:cxnLst/>
              <a:rect l="l" t="t" r="r" b="b"/>
              <a:pathLst>
                <a:path w="46302" h="46301" extrusionOk="0">
                  <a:moveTo>
                    <a:pt x="23151" y="1"/>
                  </a:moveTo>
                  <a:cubicBezTo>
                    <a:pt x="10357" y="1"/>
                    <a:pt x="1" y="10356"/>
                    <a:pt x="1" y="23151"/>
                  </a:cubicBezTo>
                  <a:cubicBezTo>
                    <a:pt x="1" y="35945"/>
                    <a:pt x="10357" y="46301"/>
                    <a:pt x="23151" y="46301"/>
                  </a:cubicBezTo>
                  <a:cubicBezTo>
                    <a:pt x="35945" y="46301"/>
                    <a:pt x="46301" y="35945"/>
                    <a:pt x="46301" y="23151"/>
                  </a:cubicBezTo>
                  <a:cubicBezTo>
                    <a:pt x="46301" y="10356"/>
                    <a:pt x="35945" y="1"/>
                    <a:pt x="2315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2" name="Google Shape;1502;p18"/>
            <p:cNvSpPr/>
            <p:nvPr/>
          </p:nvSpPr>
          <p:spPr>
            <a:xfrm>
              <a:off x="3078025" y="2215575"/>
              <a:ext cx="1099750" cy="1001175"/>
            </a:xfrm>
            <a:custGeom>
              <a:avLst/>
              <a:gdLst/>
              <a:ahLst/>
              <a:cxnLst/>
              <a:rect l="l" t="t" r="r" b="b"/>
              <a:pathLst>
                <a:path w="43990" h="40047" extrusionOk="0">
                  <a:moveTo>
                    <a:pt x="21995" y="1"/>
                  </a:moveTo>
                  <a:cubicBezTo>
                    <a:pt x="16865" y="1"/>
                    <a:pt x="11734" y="1957"/>
                    <a:pt x="7823" y="5868"/>
                  </a:cubicBezTo>
                  <a:cubicBezTo>
                    <a:pt x="1" y="13690"/>
                    <a:pt x="1" y="26357"/>
                    <a:pt x="7823" y="34180"/>
                  </a:cubicBezTo>
                  <a:cubicBezTo>
                    <a:pt x="11734" y="38091"/>
                    <a:pt x="16865" y="40046"/>
                    <a:pt x="21995" y="40046"/>
                  </a:cubicBezTo>
                  <a:cubicBezTo>
                    <a:pt x="27126" y="40046"/>
                    <a:pt x="32256" y="38091"/>
                    <a:pt x="36167" y="34180"/>
                  </a:cubicBezTo>
                  <a:cubicBezTo>
                    <a:pt x="43989" y="26357"/>
                    <a:pt x="43989" y="13690"/>
                    <a:pt x="36167" y="5868"/>
                  </a:cubicBezTo>
                  <a:cubicBezTo>
                    <a:pt x="32256" y="1957"/>
                    <a:pt x="27126" y="1"/>
                    <a:pt x="219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3" name="Google Shape;1503;p18"/>
            <p:cNvSpPr/>
            <p:nvPr/>
          </p:nvSpPr>
          <p:spPr>
            <a:xfrm>
              <a:off x="4361425" y="2372550"/>
              <a:ext cx="47525" cy="47525"/>
            </a:xfrm>
            <a:custGeom>
              <a:avLst/>
              <a:gdLst/>
              <a:ahLst/>
              <a:cxnLst/>
              <a:rect l="l" t="t" r="r" b="b"/>
              <a:pathLst>
                <a:path w="1901" h="1901" extrusionOk="0">
                  <a:moveTo>
                    <a:pt x="951" y="460"/>
                  </a:moveTo>
                  <a:cubicBezTo>
                    <a:pt x="1077" y="460"/>
                    <a:pt x="1204" y="507"/>
                    <a:pt x="1299" y="602"/>
                  </a:cubicBezTo>
                  <a:cubicBezTo>
                    <a:pt x="1394" y="697"/>
                    <a:pt x="1426" y="824"/>
                    <a:pt x="1426" y="950"/>
                  </a:cubicBezTo>
                  <a:cubicBezTo>
                    <a:pt x="1426" y="1077"/>
                    <a:pt x="1394" y="1204"/>
                    <a:pt x="1299" y="1299"/>
                  </a:cubicBezTo>
                  <a:cubicBezTo>
                    <a:pt x="1204" y="1394"/>
                    <a:pt x="1077" y="1441"/>
                    <a:pt x="951" y="1441"/>
                  </a:cubicBezTo>
                  <a:cubicBezTo>
                    <a:pt x="824" y="1441"/>
                    <a:pt x="697" y="1394"/>
                    <a:pt x="602" y="1299"/>
                  </a:cubicBezTo>
                  <a:cubicBezTo>
                    <a:pt x="507" y="1204"/>
                    <a:pt x="444" y="1077"/>
                    <a:pt x="444" y="950"/>
                  </a:cubicBezTo>
                  <a:cubicBezTo>
                    <a:pt x="444" y="824"/>
                    <a:pt x="507" y="697"/>
                    <a:pt x="602" y="602"/>
                  </a:cubicBezTo>
                  <a:cubicBezTo>
                    <a:pt x="697" y="507"/>
                    <a:pt x="824" y="460"/>
                    <a:pt x="951" y="460"/>
                  </a:cubicBezTo>
                  <a:close/>
                  <a:moveTo>
                    <a:pt x="939" y="0"/>
                  </a:moveTo>
                  <a:cubicBezTo>
                    <a:pt x="697" y="0"/>
                    <a:pt x="460" y="95"/>
                    <a:pt x="286" y="285"/>
                  </a:cubicBezTo>
                  <a:cubicBezTo>
                    <a:pt x="96" y="475"/>
                    <a:pt x="1" y="697"/>
                    <a:pt x="1" y="950"/>
                  </a:cubicBezTo>
                  <a:cubicBezTo>
                    <a:pt x="1" y="1204"/>
                    <a:pt x="96" y="1457"/>
                    <a:pt x="286" y="1615"/>
                  </a:cubicBezTo>
                  <a:cubicBezTo>
                    <a:pt x="476" y="1805"/>
                    <a:pt x="697" y="1900"/>
                    <a:pt x="951" y="1900"/>
                  </a:cubicBezTo>
                  <a:cubicBezTo>
                    <a:pt x="1172" y="1900"/>
                    <a:pt x="1426" y="1805"/>
                    <a:pt x="1616" y="1615"/>
                  </a:cubicBezTo>
                  <a:cubicBezTo>
                    <a:pt x="1806" y="1457"/>
                    <a:pt x="1901" y="1204"/>
                    <a:pt x="1901" y="950"/>
                  </a:cubicBezTo>
                  <a:cubicBezTo>
                    <a:pt x="1901" y="697"/>
                    <a:pt x="1806" y="475"/>
                    <a:pt x="1616" y="285"/>
                  </a:cubicBezTo>
                  <a:cubicBezTo>
                    <a:pt x="1426" y="95"/>
                    <a:pt x="1180" y="0"/>
                    <a:pt x="93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4" name="Google Shape;1504;p18"/>
            <p:cNvSpPr/>
            <p:nvPr/>
          </p:nvSpPr>
          <p:spPr>
            <a:xfrm>
              <a:off x="4247425" y="2319500"/>
              <a:ext cx="213775" cy="213800"/>
            </a:xfrm>
            <a:custGeom>
              <a:avLst/>
              <a:gdLst/>
              <a:ahLst/>
              <a:cxnLst/>
              <a:rect l="l" t="t" r="r" b="b"/>
              <a:pathLst>
                <a:path w="8551" h="8552" extrusionOk="0">
                  <a:moveTo>
                    <a:pt x="2424" y="2314"/>
                  </a:moveTo>
                  <a:cubicBezTo>
                    <a:pt x="2693" y="2314"/>
                    <a:pt x="2927" y="2373"/>
                    <a:pt x="3104" y="2439"/>
                  </a:cubicBezTo>
                  <a:cubicBezTo>
                    <a:pt x="2724" y="2787"/>
                    <a:pt x="2407" y="3167"/>
                    <a:pt x="2090" y="3579"/>
                  </a:cubicBezTo>
                  <a:cubicBezTo>
                    <a:pt x="1679" y="3326"/>
                    <a:pt x="1109" y="3262"/>
                    <a:pt x="697" y="3262"/>
                  </a:cubicBezTo>
                  <a:cubicBezTo>
                    <a:pt x="1296" y="2519"/>
                    <a:pt x="1921" y="2314"/>
                    <a:pt x="2424" y="2314"/>
                  </a:cubicBezTo>
                  <a:close/>
                  <a:moveTo>
                    <a:pt x="8076" y="476"/>
                  </a:moveTo>
                  <a:cubicBezTo>
                    <a:pt x="7981" y="1331"/>
                    <a:pt x="7506" y="3832"/>
                    <a:pt x="5004" y="5859"/>
                  </a:cubicBezTo>
                  <a:lnTo>
                    <a:pt x="4972" y="5891"/>
                  </a:lnTo>
                  <a:cubicBezTo>
                    <a:pt x="4592" y="6176"/>
                    <a:pt x="4212" y="6461"/>
                    <a:pt x="3769" y="6714"/>
                  </a:cubicBezTo>
                  <a:lnTo>
                    <a:pt x="1869" y="4814"/>
                  </a:lnTo>
                  <a:cubicBezTo>
                    <a:pt x="3990" y="1204"/>
                    <a:pt x="7252" y="602"/>
                    <a:pt x="8076" y="476"/>
                  </a:cubicBezTo>
                  <a:close/>
                  <a:moveTo>
                    <a:pt x="1837" y="5416"/>
                  </a:moveTo>
                  <a:lnTo>
                    <a:pt x="3135" y="6714"/>
                  </a:lnTo>
                  <a:lnTo>
                    <a:pt x="2565" y="6999"/>
                  </a:lnTo>
                  <a:lnTo>
                    <a:pt x="1584" y="6018"/>
                  </a:lnTo>
                  <a:lnTo>
                    <a:pt x="1837" y="5416"/>
                  </a:lnTo>
                  <a:close/>
                  <a:moveTo>
                    <a:pt x="6112" y="5479"/>
                  </a:moveTo>
                  <a:cubicBezTo>
                    <a:pt x="6271" y="5954"/>
                    <a:pt x="6429" y="6936"/>
                    <a:pt x="5289" y="7854"/>
                  </a:cubicBezTo>
                  <a:cubicBezTo>
                    <a:pt x="5289" y="7443"/>
                    <a:pt x="5226" y="6873"/>
                    <a:pt x="4972" y="6461"/>
                  </a:cubicBezTo>
                  <a:cubicBezTo>
                    <a:pt x="5067" y="6398"/>
                    <a:pt x="5131" y="6334"/>
                    <a:pt x="5226" y="6271"/>
                  </a:cubicBezTo>
                  <a:cubicBezTo>
                    <a:pt x="5257" y="6239"/>
                    <a:pt x="5289" y="6208"/>
                    <a:pt x="5321" y="6176"/>
                  </a:cubicBezTo>
                  <a:cubicBezTo>
                    <a:pt x="5384" y="6144"/>
                    <a:pt x="5447" y="6081"/>
                    <a:pt x="5511" y="6049"/>
                  </a:cubicBezTo>
                  <a:cubicBezTo>
                    <a:pt x="5732" y="5859"/>
                    <a:pt x="5922" y="5669"/>
                    <a:pt x="6112" y="5479"/>
                  </a:cubicBezTo>
                  <a:close/>
                  <a:moveTo>
                    <a:pt x="8329" y="0"/>
                  </a:moveTo>
                  <a:cubicBezTo>
                    <a:pt x="8297" y="0"/>
                    <a:pt x="7221" y="32"/>
                    <a:pt x="5827" y="634"/>
                  </a:cubicBezTo>
                  <a:cubicBezTo>
                    <a:pt x="4972" y="982"/>
                    <a:pt x="4212" y="1489"/>
                    <a:pt x="3484" y="2122"/>
                  </a:cubicBezTo>
                  <a:cubicBezTo>
                    <a:pt x="3207" y="1972"/>
                    <a:pt x="2829" y="1856"/>
                    <a:pt x="2404" y="1856"/>
                  </a:cubicBezTo>
                  <a:cubicBezTo>
                    <a:pt x="1662" y="1856"/>
                    <a:pt x="777" y="2210"/>
                    <a:pt x="32" y="3357"/>
                  </a:cubicBezTo>
                  <a:cubicBezTo>
                    <a:pt x="32" y="3421"/>
                    <a:pt x="0" y="3452"/>
                    <a:pt x="0" y="3484"/>
                  </a:cubicBezTo>
                  <a:cubicBezTo>
                    <a:pt x="0" y="3547"/>
                    <a:pt x="32" y="3579"/>
                    <a:pt x="32" y="3611"/>
                  </a:cubicBezTo>
                  <a:cubicBezTo>
                    <a:pt x="84" y="3662"/>
                    <a:pt x="135" y="3714"/>
                    <a:pt x="204" y="3714"/>
                  </a:cubicBezTo>
                  <a:cubicBezTo>
                    <a:pt x="220" y="3714"/>
                    <a:pt x="236" y="3712"/>
                    <a:pt x="254" y="3706"/>
                  </a:cubicBezTo>
                  <a:cubicBezTo>
                    <a:pt x="333" y="3698"/>
                    <a:pt x="446" y="3692"/>
                    <a:pt x="577" y="3692"/>
                  </a:cubicBezTo>
                  <a:cubicBezTo>
                    <a:pt x="970" y="3692"/>
                    <a:pt x="1528" y="3745"/>
                    <a:pt x="1837" y="3959"/>
                  </a:cubicBezTo>
                  <a:cubicBezTo>
                    <a:pt x="1679" y="4212"/>
                    <a:pt x="1520" y="4466"/>
                    <a:pt x="1394" y="4719"/>
                  </a:cubicBezTo>
                  <a:cubicBezTo>
                    <a:pt x="1362" y="4751"/>
                    <a:pt x="1362" y="4782"/>
                    <a:pt x="1362" y="4846"/>
                  </a:cubicBezTo>
                  <a:cubicBezTo>
                    <a:pt x="1362" y="4909"/>
                    <a:pt x="1362" y="4941"/>
                    <a:pt x="1425" y="5004"/>
                  </a:cubicBezTo>
                  <a:lnTo>
                    <a:pt x="1489" y="5068"/>
                  </a:lnTo>
                  <a:lnTo>
                    <a:pt x="1109" y="5954"/>
                  </a:lnTo>
                  <a:cubicBezTo>
                    <a:pt x="1109" y="5986"/>
                    <a:pt x="1077" y="6018"/>
                    <a:pt x="1077" y="6049"/>
                  </a:cubicBezTo>
                  <a:cubicBezTo>
                    <a:pt x="1077" y="6113"/>
                    <a:pt x="1109" y="6176"/>
                    <a:pt x="1140" y="6208"/>
                  </a:cubicBezTo>
                  <a:lnTo>
                    <a:pt x="2344" y="7411"/>
                  </a:lnTo>
                  <a:cubicBezTo>
                    <a:pt x="2390" y="7457"/>
                    <a:pt x="2453" y="7487"/>
                    <a:pt x="2521" y="7487"/>
                  </a:cubicBezTo>
                  <a:cubicBezTo>
                    <a:pt x="2546" y="7487"/>
                    <a:pt x="2572" y="7483"/>
                    <a:pt x="2597" y="7474"/>
                  </a:cubicBezTo>
                  <a:lnTo>
                    <a:pt x="3484" y="7063"/>
                  </a:lnTo>
                  <a:lnTo>
                    <a:pt x="3579" y="7158"/>
                  </a:lnTo>
                  <a:cubicBezTo>
                    <a:pt x="3616" y="7195"/>
                    <a:pt x="3675" y="7210"/>
                    <a:pt x="3730" y="7210"/>
                  </a:cubicBezTo>
                  <a:cubicBezTo>
                    <a:pt x="3769" y="7210"/>
                    <a:pt x="3806" y="7202"/>
                    <a:pt x="3832" y="7189"/>
                  </a:cubicBezTo>
                  <a:cubicBezTo>
                    <a:pt x="4085" y="7031"/>
                    <a:pt x="4339" y="6873"/>
                    <a:pt x="4592" y="6714"/>
                  </a:cubicBezTo>
                  <a:cubicBezTo>
                    <a:pt x="4877" y="7158"/>
                    <a:pt x="4846" y="7981"/>
                    <a:pt x="4814" y="8298"/>
                  </a:cubicBezTo>
                  <a:cubicBezTo>
                    <a:pt x="4814" y="8361"/>
                    <a:pt x="4846" y="8456"/>
                    <a:pt x="4941" y="8519"/>
                  </a:cubicBezTo>
                  <a:cubicBezTo>
                    <a:pt x="4972" y="8519"/>
                    <a:pt x="5004" y="8551"/>
                    <a:pt x="5036" y="8551"/>
                  </a:cubicBezTo>
                  <a:cubicBezTo>
                    <a:pt x="5099" y="8551"/>
                    <a:pt x="5131" y="8519"/>
                    <a:pt x="5162" y="8519"/>
                  </a:cubicBezTo>
                  <a:cubicBezTo>
                    <a:pt x="6967" y="7348"/>
                    <a:pt x="6809" y="5828"/>
                    <a:pt x="6461" y="5068"/>
                  </a:cubicBezTo>
                  <a:cubicBezTo>
                    <a:pt x="8487" y="2756"/>
                    <a:pt x="8551" y="286"/>
                    <a:pt x="8551" y="254"/>
                  </a:cubicBezTo>
                  <a:cubicBezTo>
                    <a:pt x="8551" y="191"/>
                    <a:pt x="8551" y="127"/>
                    <a:pt x="8487" y="96"/>
                  </a:cubicBezTo>
                  <a:cubicBezTo>
                    <a:pt x="8456" y="32"/>
                    <a:pt x="8392" y="0"/>
                    <a:pt x="832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5" name="Google Shape;1505;p18"/>
            <p:cNvSpPr/>
            <p:nvPr/>
          </p:nvSpPr>
          <p:spPr>
            <a:xfrm>
              <a:off x="4241875" y="2497625"/>
              <a:ext cx="41975" cy="42000"/>
            </a:xfrm>
            <a:custGeom>
              <a:avLst/>
              <a:gdLst/>
              <a:ahLst/>
              <a:cxnLst/>
              <a:rect l="l" t="t" r="r" b="b"/>
              <a:pathLst>
                <a:path w="1679" h="1680" extrusionOk="0">
                  <a:moveTo>
                    <a:pt x="1457" y="1"/>
                  </a:moveTo>
                  <a:cubicBezTo>
                    <a:pt x="1394" y="1"/>
                    <a:pt x="1331" y="33"/>
                    <a:pt x="1267" y="64"/>
                  </a:cubicBezTo>
                  <a:lnTo>
                    <a:pt x="64" y="1299"/>
                  </a:lnTo>
                  <a:cubicBezTo>
                    <a:pt x="32" y="1331"/>
                    <a:pt x="0" y="1394"/>
                    <a:pt x="0" y="1458"/>
                  </a:cubicBezTo>
                  <a:cubicBezTo>
                    <a:pt x="0" y="1521"/>
                    <a:pt x="32" y="1584"/>
                    <a:pt x="64" y="1616"/>
                  </a:cubicBezTo>
                  <a:cubicBezTo>
                    <a:pt x="95" y="1648"/>
                    <a:pt x="159" y="1679"/>
                    <a:pt x="222" y="1679"/>
                  </a:cubicBezTo>
                  <a:cubicBezTo>
                    <a:pt x="286" y="1679"/>
                    <a:pt x="349" y="1648"/>
                    <a:pt x="381" y="1616"/>
                  </a:cubicBezTo>
                  <a:lnTo>
                    <a:pt x="1616" y="381"/>
                  </a:lnTo>
                  <a:cubicBezTo>
                    <a:pt x="1647" y="349"/>
                    <a:pt x="1679" y="286"/>
                    <a:pt x="1679" y="223"/>
                  </a:cubicBezTo>
                  <a:cubicBezTo>
                    <a:pt x="1679" y="159"/>
                    <a:pt x="1647" y="96"/>
                    <a:pt x="1616" y="64"/>
                  </a:cubicBezTo>
                  <a:cubicBezTo>
                    <a:pt x="1552" y="33"/>
                    <a:pt x="1521" y="1"/>
                    <a:pt x="145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6" name="Google Shape;1506;p18"/>
            <p:cNvSpPr/>
            <p:nvPr/>
          </p:nvSpPr>
          <p:spPr>
            <a:xfrm>
              <a:off x="4237925" y="2484975"/>
              <a:ext cx="33275" cy="32475"/>
            </a:xfrm>
            <a:custGeom>
              <a:avLst/>
              <a:gdLst/>
              <a:ahLst/>
              <a:cxnLst/>
              <a:rect l="l" t="t" r="r" b="b"/>
              <a:pathLst>
                <a:path w="1331" h="1299" extrusionOk="0">
                  <a:moveTo>
                    <a:pt x="1077" y="0"/>
                  </a:moveTo>
                  <a:cubicBezTo>
                    <a:pt x="1045" y="0"/>
                    <a:pt x="982" y="32"/>
                    <a:pt x="919" y="64"/>
                  </a:cubicBezTo>
                  <a:lnTo>
                    <a:pt x="63" y="919"/>
                  </a:lnTo>
                  <a:cubicBezTo>
                    <a:pt x="32" y="950"/>
                    <a:pt x="0" y="1014"/>
                    <a:pt x="0" y="1077"/>
                  </a:cubicBezTo>
                  <a:cubicBezTo>
                    <a:pt x="0" y="1140"/>
                    <a:pt x="32" y="1204"/>
                    <a:pt x="63" y="1235"/>
                  </a:cubicBezTo>
                  <a:cubicBezTo>
                    <a:pt x="127" y="1267"/>
                    <a:pt x="190" y="1299"/>
                    <a:pt x="253" y="1299"/>
                  </a:cubicBezTo>
                  <a:cubicBezTo>
                    <a:pt x="317" y="1299"/>
                    <a:pt x="348" y="1299"/>
                    <a:pt x="412" y="1235"/>
                  </a:cubicBezTo>
                  <a:lnTo>
                    <a:pt x="1267" y="380"/>
                  </a:lnTo>
                  <a:cubicBezTo>
                    <a:pt x="1299" y="349"/>
                    <a:pt x="1330" y="285"/>
                    <a:pt x="1330" y="222"/>
                  </a:cubicBezTo>
                  <a:cubicBezTo>
                    <a:pt x="1330" y="159"/>
                    <a:pt x="1299" y="95"/>
                    <a:pt x="1267" y="64"/>
                  </a:cubicBezTo>
                  <a:cubicBezTo>
                    <a:pt x="1204" y="32"/>
                    <a:pt x="1172" y="0"/>
                    <a:pt x="107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7" name="Google Shape;1507;p18"/>
            <p:cNvSpPr/>
            <p:nvPr/>
          </p:nvSpPr>
          <p:spPr>
            <a:xfrm>
              <a:off x="4264050" y="2510300"/>
              <a:ext cx="32475" cy="32500"/>
            </a:xfrm>
            <a:custGeom>
              <a:avLst/>
              <a:gdLst/>
              <a:ahLst/>
              <a:cxnLst/>
              <a:rect l="l" t="t" r="r" b="b"/>
              <a:pathLst>
                <a:path w="1299" h="1300" extrusionOk="0">
                  <a:moveTo>
                    <a:pt x="1077" y="1"/>
                  </a:moveTo>
                  <a:cubicBezTo>
                    <a:pt x="1014" y="1"/>
                    <a:pt x="950" y="32"/>
                    <a:pt x="919" y="64"/>
                  </a:cubicBezTo>
                  <a:lnTo>
                    <a:pt x="64" y="919"/>
                  </a:lnTo>
                  <a:cubicBezTo>
                    <a:pt x="0" y="951"/>
                    <a:pt x="0" y="1014"/>
                    <a:pt x="0" y="1077"/>
                  </a:cubicBezTo>
                  <a:cubicBezTo>
                    <a:pt x="0" y="1141"/>
                    <a:pt x="0" y="1204"/>
                    <a:pt x="64" y="1236"/>
                  </a:cubicBezTo>
                  <a:cubicBezTo>
                    <a:pt x="95" y="1299"/>
                    <a:pt x="159" y="1299"/>
                    <a:pt x="222" y="1299"/>
                  </a:cubicBezTo>
                  <a:cubicBezTo>
                    <a:pt x="285" y="1299"/>
                    <a:pt x="349" y="1267"/>
                    <a:pt x="380" y="1236"/>
                  </a:cubicBezTo>
                  <a:lnTo>
                    <a:pt x="1235" y="381"/>
                  </a:lnTo>
                  <a:cubicBezTo>
                    <a:pt x="1267" y="349"/>
                    <a:pt x="1299" y="286"/>
                    <a:pt x="1299" y="222"/>
                  </a:cubicBezTo>
                  <a:cubicBezTo>
                    <a:pt x="1299" y="159"/>
                    <a:pt x="1267" y="96"/>
                    <a:pt x="1235" y="64"/>
                  </a:cubicBezTo>
                  <a:cubicBezTo>
                    <a:pt x="1172" y="32"/>
                    <a:pt x="1140" y="1"/>
                    <a:pt x="107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8" name="Google Shape;1508;p18"/>
            <p:cNvSpPr/>
            <p:nvPr/>
          </p:nvSpPr>
          <p:spPr>
            <a:xfrm>
              <a:off x="3842850" y="1928400"/>
              <a:ext cx="207450" cy="159950"/>
            </a:xfrm>
            <a:custGeom>
              <a:avLst/>
              <a:gdLst/>
              <a:ahLst/>
              <a:cxnLst/>
              <a:rect l="l" t="t" r="r" b="b"/>
              <a:pathLst>
                <a:path w="8298" h="6398" extrusionOk="0">
                  <a:moveTo>
                    <a:pt x="159" y="0"/>
                  </a:moveTo>
                  <a:cubicBezTo>
                    <a:pt x="64" y="0"/>
                    <a:pt x="0" y="63"/>
                    <a:pt x="0" y="127"/>
                  </a:cubicBezTo>
                  <a:lnTo>
                    <a:pt x="0" y="6271"/>
                  </a:lnTo>
                  <a:cubicBezTo>
                    <a:pt x="0" y="6334"/>
                    <a:pt x="64" y="6397"/>
                    <a:pt x="159" y="6397"/>
                  </a:cubicBezTo>
                  <a:lnTo>
                    <a:pt x="8139" y="6397"/>
                  </a:lnTo>
                  <a:cubicBezTo>
                    <a:pt x="8234" y="6397"/>
                    <a:pt x="8298" y="6334"/>
                    <a:pt x="8298" y="6271"/>
                  </a:cubicBezTo>
                  <a:cubicBezTo>
                    <a:pt x="8298" y="6175"/>
                    <a:pt x="8234" y="6112"/>
                    <a:pt x="8139" y="6112"/>
                  </a:cubicBezTo>
                  <a:lnTo>
                    <a:pt x="317" y="6112"/>
                  </a:lnTo>
                  <a:lnTo>
                    <a:pt x="317" y="127"/>
                  </a:lnTo>
                  <a:cubicBezTo>
                    <a:pt x="317" y="63"/>
                    <a:pt x="254" y="0"/>
                    <a:pt x="15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9" name="Google Shape;1509;p18"/>
            <p:cNvSpPr/>
            <p:nvPr/>
          </p:nvSpPr>
          <p:spPr>
            <a:xfrm>
              <a:off x="3863425" y="2004400"/>
              <a:ext cx="37250" cy="64950"/>
            </a:xfrm>
            <a:custGeom>
              <a:avLst/>
              <a:gdLst/>
              <a:ahLst/>
              <a:cxnLst/>
              <a:rect l="l" t="t" r="r" b="b"/>
              <a:pathLst>
                <a:path w="1490" h="2598" extrusionOk="0">
                  <a:moveTo>
                    <a:pt x="1046" y="349"/>
                  </a:moveTo>
                  <a:lnTo>
                    <a:pt x="1046" y="2249"/>
                  </a:lnTo>
                  <a:lnTo>
                    <a:pt x="412" y="2249"/>
                  </a:lnTo>
                  <a:lnTo>
                    <a:pt x="412" y="349"/>
                  </a:lnTo>
                  <a:close/>
                  <a:moveTo>
                    <a:pt x="286" y="0"/>
                  </a:moveTo>
                  <a:cubicBezTo>
                    <a:pt x="127" y="0"/>
                    <a:pt x="1" y="127"/>
                    <a:pt x="1" y="254"/>
                  </a:cubicBezTo>
                  <a:lnTo>
                    <a:pt x="1" y="2344"/>
                  </a:lnTo>
                  <a:cubicBezTo>
                    <a:pt x="1" y="2470"/>
                    <a:pt x="127" y="2597"/>
                    <a:pt x="286" y="2597"/>
                  </a:cubicBezTo>
                  <a:lnTo>
                    <a:pt x="1172" y="2597"/>
                  </a:lnTo>
                  <a:cubicBezTo>
                    <a:pt x="1331" y="2597"/>
                    <a:pt x="1489" y="2470"/>
                    <a:pt x="1489" y="2344"/>
                  </a:cubicBezTo>
                  <a:lnTo>
                    <a:pt x="1489" y="254"/>
                  </a:lnTo>
                  <a:cubicBezTo>
                    <a:pt x="1489" y="127"/>
                    <a:pt x="1331" y="0"/>
                    <a:pt x="11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0" name="Google Shape;1510;p18"/>
            <p:cNvSpPr/>
            <p:nvPr/>
          </p:nvSpPr>
          <p:spPr>
            <a:xfrm>
              <a:off x="3908550" y="1986175"/>
              <a:ext cx="37250" cy="83175"/>
            </a:xfrm>
            <a:custGeom>
              <a:avLst/>
              <a:gdLst/>
              <a:ahLst/>
              <a:cxnLst/>
              <a:rect l="l" t="t" r="r" b="b"/>
              <a:pathLst>
                <a:path w="1490" h="3327" extrusionOk="0">
                  <a:moveTo>
                    <a:pt x="1046" y="349"/>
                  </a:moveTo>
                  <a:lnTo>
                    <a:pt x="1046" y="2978"/>
                  </a:lnTo>
                  <a:lnTo>
                    <a:pt x="413" y="2978"/>
                  </a:lnTo>
                  <a:lnTo>
                    <a:pt x="413" y="349"/>
                  </a:lnTo>
                  <a:close/>
                  <a:moveTo>
                    <a:pt x="286" y="1"/>
                  </a:moveTo>
                  <a:cubicBezTo>
                    <a:pt x="127" y="1"/>
                    <a:pt x="1" y="96"/>
                    <a:pt x="1" y="254"/>
                  </a:cubicBezTo>
                  <a:lnTo>
                    <a:pt x="1" y="3073"/>
                  </a:lnTo>
                  <a:cubicBezTo>
                    <a:pt x="1" y="3199"/>
                    <a:pt x="127" y="3326"/>
                    <a:pt x="286" y="3326"/>
                  </a:cubicBezTo>
                  <a:lnTo>
                    <a:pt x="1173" y="3326"/>
                  </a:lnTo>
                  <a:cubicBezTo>
                    <a:pt x="1331" y="3326"/>
                    <a:pt x="1489" y="3199"/>
                    <a:pt x="1489" y="3073"/>
                  </a:cubicBezTo>
                  <a:lnTo>
                    <a:pt x="1489" y="254"/>
                  </a:lnTo>
                  <a:cubicBezTo>
                    <a:pt x="1489" y="96"/>
                    <a:pt x="1331" y="1"/>
                    <a:pt x="117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1" name="Google Shape;1511;p18"/>
            <p:cNvSpPr/>
            <p:nvPr/>
          </p:nvSpPr>
          <p:spPr>
            <a:xfrm>
              <a:off x="3953675" y="1967175"/>
              <a:ext cx="37250" cy="102175"/>
            </a:xfrm>
            <a:custGeom>
              <a:avLst/>
              <a:gdLst/>
              <a:ahLst/>
              <a:cxnLst/>
              <a:rect l="l" t="t" r="r" b="b"/>
              <a:pathLst>
                <a:path w="1490" h="4087" extrusionOk="0">
                  <a:moveTo>
                    <a:pt x="1046" y="349"/>
                  </a:moveTo>
                  <a:lnTo>
                    <a:pt x="1046" y="3738"/>
                  </a:lnTo>
                  <a:lnTo>
                    <a:pt x="413" y="3738"/>
                  </a:lnTo>
                  <a:lnTo>
                    <a:pt x="413" y="349"/>
                  </a:lnTo>
                  <a:close/>
                  <a:moveTo>
                    <a:pt x="286" y="1"/>
                  </a:moveTo>
                  <a:cubicBezTo>
                    <a:pt x="128" y="1"/>
                    <a:pt x="1" y="128"/>
                    <a:pt x="1" y="254"/>
                  </a:cubicBezTo>
                  <a:lnTo>
                    <a:pt x="1" y="3833"/>
                  </a:lnTo>
                  <a:cubicBezTo>
                    <a:pt x="1" y="3959"/>
                    <a:pt x="128" y="4086"/>
                    <a:pt x="286" y="4086"/>
                  </a:cubicBezTo>
                  <a:lnTo>
                    <a:pt x="1173" y="4086"/>
                  </a:lnTo>
                  <a:cubicBezTo>
                    <a:pt x="1331" y="4086"/>
                    <a:pt x="1489" y="3959"/>
                    <a:pt x="1489" y="3833"/>
                  </a:cubicBezTo>
                  <a:lnTo>
                    <a:pt x="1489" y="254"/>
                  </a:lnTo>
                  <a:cubicBezTo>
                    <a:pt x="1489" y="128"/>
                    <a:pt x="1331" y="1"/>
                    <a:pt x="117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2" name="Google Shape;1512;p18"/>
            <p:cNvSpPr/>
            <p:nvPr/>
          </p:nvSpPr>
          <p:spPr>
            <a:xfrm>
              <a:off x="3998825" y="1948975"/>
              <a:ext cx="37225" cy="120375"/>
            </a:xfrm>
            <a:custGeom>
              <a:avLst/>
              <a:gdLst/>
              <a:ahLst/>
              <a:cxnLst/>
              <a:rect l="l" t="t" r="r" b="b"/>
              <a:pathLst>
                <a:path w="1489" h="4815" extrusionOk="0">
                  <a:moveTo>
                    <a:pt x="1045" y="349"/>
                  </a:moveTo>
                  <a:lnTo>
                    <a:pt x="1045" y="4466"/>
                  </a:lnTo>
                  <a:lnTo>
                    <a:pt x="412" y="4466"/>
                  </a:lnTo>
                  <a:lnTo>
                    <a:pt x="412" y="349"/>
                  </a:lnTo>
                  <a:close/>
                  <a:moveTo>
                    <a:pt x="285" y="0"/>
                  </a:moveTo>
                  <a:cubicBezTo>
                    <a:pt x="127" y="0"/>
                    <a:pt x="0" y="95"/>
                    <a:pt x="0" y="254"/>
                  </a:cubicBezTo>
                  <a:lnTo>
                    <a:pt x="0" y="4561"/>
                  </a:lnTo>
                  <a:cubicBezTo>
                    <a:pt x="0" y="4687"/>
                    <a:pt x="127" y="4814"/>
                    <a:pt x="285" y="4814"/>
                  </a:cubicBezTo>
                  <a:lnTo>
                    <a:pt x="1172" y="4814"/>
                  </a:lnTo>
                  <a:cubicBezTo>
                    <a:pt x="1330" y="4814"/>
                    <a:pt x="1489" y="4687"/>
                    <a:pt x="1489" y="4561"/>
                  </a:cubicBezTo>
                  <a:lnTo>
                    <a:pt x="1489" y="254"/>
                  </a:lnTo>
                  <a:cubicBezTo>
                    <a:pt x="1489" y="95"/>
                    <a:pt x="1330" y="0"/>
                    <a:pt x="11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3" name="Google Shape;1513;p18"/>
            <p:cNvSpPr/>
            <p:nvPr/>
          </p:nvSpPr>
          <p:spPr>
            <a:xfrm>
              <a:off x="3863425" y="1897500"/>
              <a:ext cx="172625" cy="71300"/>
            </a:xfrm>
            <a:custGeom>
              <a:avLst/>
              <a:gdLst/>
              <a:ahLst/>
              <a:cxnLst/>
              <a:rect l="l" t="t" r="r" b="b"/>
              <a:pathLst>
                <a:path w="6905" h="2852" extrusionOk="0">
                  <a:moveTo>
                    <a:pt x="5606" y="1"/>
                  </a:moveTo>
                  <a:cubicBezTo>
                    <a:pt x="5511" y="1"/>
                    <a:pt x="5416" y="96"/>
                    <a:pt x="5416" y="159"/>
                  </a:cubicBezTo>
                  <a:cubicBezTo>
                    <a:pt x="5416" y="254"/>
                    <a:pt x="5511" y="349"/>
                    <a:pt x="5606" y="349"/>
                  </a:cubicBezTo>
                  <a:lnTo>
                    <a:pt x="6113" y="349"/>
                  </a:lnTo>
                  <a:cubicBezTo>
                    <a:pt x="4466" y="1426"/>
                    <a:pt x="3009" y="1964"/>
                    <a:pt x="2059" y="2218"/>
                  </a:cubicBezTo>
                  <a:cubicBezTo>
                    <a:pt x="919" y="2503"/>
                    <a:pt x="222" y="2503"/>
                    <a:pt x="191" y="2503"/>
                  </a:cubicBezTo>
                  <a:cubicBezTo>
                    <a:pt x="159" y="2503"/>
                    <a:pt x="96" y="2534"/>
                    <a:pt x="64" y="2534"/>
                  </a:cubicBezTo>
                  <a:cubicBezTo>
                    <a:pt x="1" y="2566"/>
                    <a:pt x="1" y="2629"/>
                    <a:pt x="1" y="2661"/>
                  </a:cubicBezTo>
                  <a:cubicBezTo>
                    <a:pt x="1" y="2725"/>
                    <a:pt x="1" y="2756"/>
                    <a:pt x="32" y="2788"/>
                  </a:cubicBezTo>
                  <a:cubicBezTo>
                    <a:pt x="96" y="2820"/>
                    <a:pt x="127" y="2851"/>
                    <a:pt x="191" y="2851"/>
                  </a:cubicBezTo>
                  <a:lnTo>
                    <a:pt x="222" y="2851"/>
                  </a:lnTo>
                  <a:cubicBezTo>
                    <a:pt x="507" y="2851"/>
                    <a:pt x="3104" y="2788"/>
                    <a:pt x="6334" y="634"/>
                  </a:cubicBezTo>
                  <a:lnTo>
                    <a:pt x="6334" y="634"/>
                  </a:lnTo>
                  <a:lnTo>
                    <a:pt x="6208" y="1078"/>
                  </a:lnTo>
                  <a:cubicBezTo>
                    <a:pt x="6208" y="1141"/>
                    <a:pt x="6208" y="1173"/>
                    <a:pt x="6239" y="1236"/>
                  </a:cubicBezTo>
                  <a:cubicBezTo>
                    <a:pt x="6271" y="1268"/>
                    <a:pt x="6334" y="1299"/>
                    <a:pt x="6366" y="1299"/>
                  </a:cubicBezTo>
                  <a:lnTo>
                    <a:pt x="6429" y="1299"/>
                  </a:lnTo>
                  <a:cubicBezTo>
                    <a:pt x="6524" y="1299"/>
                    <a:pt x="6620" y="1236"/>
                    <a:pt x="6620" y="1173"/>
                  </a:cubicBezTo>
                  <a:lnTo>
                    <a:pt x="6905" y="223"/>
                  </a:lnTo>
                  <a:lnTo>
                    <a:pt x="6905" y="191"/>
                  </a:lnTo>
                  <a:cubicBezTo>
                    <a:pt x="6905" y="191"/>
                    <a:pt x="6905" y="159"/>
                    <a:pt x="6905" y="159"/>
                  </a:cubicBezTo>
                  <a:cubicBezTo>
                    <a:pt x="6905" y="159"/>
                    <a:pt x="6873" y="128"/>
                    <a:pt x="6873" y="128"/>
                  </a:cubicBezTo>
                  <a:cubicBezTo>
                    <a:pt x="6873" y="96"/>
                    <a:pt x="6873" y="96"/>
                    <a:pt x="6873" y="96"/>
                  </a:cubicBezTo>
                  <a:cubicBezTo>
                    <a:pt x="6873" y="96"/>
                    <a:pt x="6873" y="96"/>
                    <a:pt x="6841" y="64"/>
                  </a:cubicBezTo>
                  <a:cubicBezTo>
                    <a:pt x="6841" y="64"/>
                    <a:pt x="6841" y="64"/>
                    <a:pt x="6810" y="33"/>
                  </a:cubicBezTo>
                  <a:cubicBezTo>
                    <a:pt x="6778" y="33"/>
                    <a:pt x="6746" y="1"/>
                    <a:pt x="674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4" name="Google Shape;1514;p18"/>
            <p:cNvSpPr/>
            <p:nvPr/>
          </p:nvSpPr>
          <p:spPr>
            <a:xfrm>
              <a:off x="4222875" y="2990100"/>
              <a:ext cx="40400" cy="15050"/>
            </a:xfrm>
            <a:custGeom>
              <a:avLst/>
              <a:gdLst/>
              <a:ahLst/>
              <a:cxnLst/>
              <a:rect l="l" t="t" r="r" b="b"/>
              <a:pathLst>
                <a:path w="1616" h="602" extrusionOk="0">
                  <a:moveTo>
                    <a:pt x="285" y="0"/>
                  </a:moveTo>
                  <a:cubicBezTo>
                    <a:pt x="127" y="0"/>
                    <a:pt x="0" y="127"/>
                    <a:pt x="0" y="317"/>
                  </a:cubicBezTo>
                  <a:cubicBezTo>
                    <a:pt x="0" y="475"/>
                    <a:pt x="127" y="602"/>
                    <a:pt x="285" y="602"/>
                  </a:cubicBezTo>
                  <a:lnTo>
                    <a:pt x="1331" y="602"/>
                  </a:lnTo>
                  <a:cubicBezTo>
                    <a:pt x="1489" y="602"/>
                    <a:pt x="1616" y="475"/>
                    <a:pt x="1616" y="317"/>
                  </a:cubicBezTo>
                  <a:cubicBezTo>
                    <a:pt x="1616" y="127"/>
                    <a:pt x="1489" y="0"/>
                    <a:pt x="133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5" name="Google Shape;1515;p18"/>
            <p:cNvSpPr/>
            <p:nvPr/>
          </p:nvSpPr>
          <p:spPr>
            <a:xfrm>
              <a:off x="4224450" y="2945925"/>
              <a:ext cx="38025" cy="26775"/>
            </a:xfrm>
            <a:custGeom>
              <a:avLst/>
              <a:gdLst/>
              <a:ahLst/>
              <a:cxnLst/>
              <a:rect l="l" t="t" r="r" b="b"/>
              <a:pathLst>
                <a:path w="1521" h="1071" extrusionOk="0">
                  <a:moveTo>
                    <a:pt x="318" y="1"/>
                  </a:moveTo>
                  <a:cubicBezTo>
                    <a:pt x="196" y="1"/>
                    <a:pt x="79" y="66"/>
                    <a:pt x="32" y="184"/>
                  </a:cubicBezTo>
                  <a:cubicBezTo>
                    <a:pt x="1" y="247"/>
                    <a:pt x="1" y="310"/>
                    <a:pt x="1" y="405"/>
                  </a:cubicBezTo>
                  <a:cubicBezTo>
                    <a:pt x="32" y="469"/>
                    <a:pt x="96" y="532"/>
                    <a:pt x="159" y="564"/>
                  </a:cubicBezTo>
                  <a:lnTo>
                    <a:pt x="1078" y="1039"/>
                  </a:lnTo>
                  <a:cubicBezTo>
                    <a:pt x="1109" y="1070"/>
                    <a:pt x="1173" y="1070"/>
                    <a:pt x="1204" y="1070"/>
                  </a:cubicBezTo>
                  <a:cubicBezTo>
                    <a:pt x="1331" y="1070"/>
                    <a:pt x="1426" y="1007"/>
                    <a:pt x="1489" y="912"/>
                  </a:cubicBezTo>
                  <a:cubicBezTo>
                    <a:pt x="1521" y="849"/>
                    <a:pt x="1521" y="754"/>
                    <a:pt x="1489" y="690"/>
                  </a:cubicBezTo>
                  <a:cubicBezTo>
                    <a:pt x="1458" y="595"/>
                    <a:pt x="1426" y="532"/>
                    <a:pt x="1331" y="500"/>
                  </a:cubicBezTo>
                  <a:lnTo>
                    <a:pt x="444" y="25"/>
                  </a:lnTo>
                  <a:cubicBezTo>
                    <a:pt x="403" y="9"/>
                    <a:pt x="360" y="1"/>
                    <a:pt x="318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6" name="Google Shape;1516;p18"/>
            <p:cNvSpPr/>
            <p:nvPr/>
          </p:nvSpPr>
          <p:spPr>
            <a:xfrm>
              <a:off x="4233175" y="3020350"/>
              <a:ext cx="38025" cy="26775"/>
            </a:xfrm>
            <a:custGeom>
              <a:avLst/>
              <a:gdLst/>
              <a:ahLst/>
              <a:cxnLst/>
              <a:rect l="l" t="t" r="r" b="b"/>
              <a:pathLst>
                <a:path w="1521" h="1071" extrusionOk="0">
                  <a:moveTo>
                    <a:pt x="1208" y="0"/>
                  </a:moveTo>
                  <a:cubicBezTo>
                    <a:pt x="1164" y="0"/>
                    <a:pt x="1119" y="8"/>
                    <a:pt x="1077" y="25"/>
                  </a:cubicBezTo>
                  <a:lnTo>
                    <a:pt x="158" y="500"/>
                  </a:lnTo>
                  <a:cubicBezTo>
                    <a:pt x="95" y="532"/>
                    <a:pt x="32" y="595"/>
                    <a:pt x="32" y="659"/>
                  </a:cubicBezTo>
                  <a:cubicBezTo>
                    <a:pt x="0" y="754"/>
                    <a:pt x="0" y="817"/>
                    <a:pt x="32" y="912"/>
                  </a:cubicBezTo>
                  <a:cubicBezTo>
                    <a:pt x="95" y="1007"/>
                    <a:pt x="190" y="1070"/>
                    <a:pt x="317" y="1070"/>
                  </a:cubicBezTo>
                  <a:cubicBezTo>
                    <a:pt x="348" y="1070"/>
                    <a:pt x="412" y="1039"/>
                    <a:pt x="443" y="1039"/>
                  </a:cubicBezTo>
                  <a:lnTo>
                    <a:pt x="1362" y="564"/>
                  </a:lnTo>
                  <a:cubicBezTo>
                    <a:pt x="1425" y="532"/>
                    <a:pt x="1489" y="468"/>
                    <a:pt x="1489" y="405"/>
                  </a:cubicBezTo>
                  <a:cubicBezTo>
                    <a:pt x="1520" y="310"/>
                    <a:pt x="1520" y="247"/>
                    <a:pt x="1489" y="152"/>
                  </a:cubicBezTo>
                  <a:cubicBezTo>
                    <a:pt x="1442" y="59"/>
                    <a:pt x="1328" y="0"/>
                    <a:pt x="120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7" name="Google Shape;1517;p18"/>
            <p:cNvSpPr/>
            <p:nvPr/>
          </p:nvSpPr>
          <p:spPr>
            <a:xfrm>
              <a:off x="4436650" y="2990100"/>
              <a:ext cx="40400" cy="15050"/>
            </a:xfrm>
            <a:custGeom>
              <a:avLst/>
              <a:gdLst/>
              <a:ahLst/>
              <a:cxnLst/>
              <a:rect l="l" t="t" r="r" b="b"/>
              <a:pathLst>
                <a:path w="1616" h="602" extrusionOk="0">
                  <a:moveTo>
                    <a:pt x="285" y="0"/>
                  </a:moveTo>
                  <a:cubicBezTo>
                    <a:pt x="127" y="0"/>
                    <a:pt x="0" y="127"/>
                    <a:pt x="0" y="317"/>
                  </a:cubicBezTo>
                  <a:cubicBezTo>
                    <a:pt x="0" y="475"/>
                    <a:pt x="127" y="602"/>
                    <a:pt x="285" y="602"/>
                  </a:cubicBezTo>
                  <a:lnTo>
                    <a:pt x="1330" y="602"/>
                  </a:lnTo>
                  <a:cubicBezTo>
                    <a:pt x="1489" y="602"/>
                    <a:pt x="1615" y="475"/>
                    <a:pt x="1615" y="317"/>
                  </a:cubicBezTo>
                  <a:cubicBezTo>
                    <a:pt x="1615" y="127"/>
                    <a:pt x="1489" y="0"/>
                    <a:pt x="1330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8" name="Google Shape;1518;p18"/>
            <p:cNvSpPr/>
            <p:nvPr/>
          </p:nvSpPr>
          <p:spPr>
            <a:xfrm>
              <a:off x="4437425" y="2945925"/>
              <a:ext cx="38025" cy="26775"/>
            </a:xfrm>
            <a:custGeom>
              <a:avLst/>
              <a:gdLst/>
              <a:ahLst/>
              <a:cxnLst/>
              <a:rect l="l" t="t" r="r" b="b"/>
              <a:pathLst>
                <a:path w="1521" h="1071" extrusionOk="0">
                  <a:moveTo>
                    <a:pt x="1204" y="1"/>
                  </a:moveTo>
                  <a:cubicBezTo>
                    <a:pt x="1161" y="1"/>
                    <a:pt x="1118" y="9"/>
                    <a:pt x="1077" y="25"/>
                  </a:cubicBezTo>
                  <a:lnTo>
                    <a:pt x="159" y="500"/>
                  </a:lnTo>
                  <a:cubicBezTo>
                    <a:pt x="96" y="532"/>
                    <a:pt x="32" y="595"/>
                    <a:pt x="32" y="690"/>
                  </a:cubicBezTo>
                  <a:cubicBezTo>
                    <a:pt x="1" y="754"/>
                    <a:pt x="1" y="849"/>
                    <a:pt x="32" y="912"/>
                  </a:cubicBezTo>
                  <a:cubicBezTo>
                    <a:pt x="96" y="1007"/>
                    <a:pt x="191" y="1070"/>
                    <a:pt x="317" y="1070"/>
                  </a:cubicBezTo>
                  <a:cubicBezTo>
                    <a:pt x="349" y="1070"/>
                    <a:pt x="412" y="1070"/>
                    <a:pt x="444" y="1039"/>
                  </a:cubicBezTo>
                  <a:lnTo>
                    <a:pt x="1363" y="564"/>
                  </a:lnTo>
                  <a:cubicBezTo>
                    <a:pt x="1426" y="532"/>
                    <a:pt x="1489" y="469"/>
                    <a:pt x="1489" y="405"/>
                  </a:cubicBezTo>
                  <a:cubicBezTo>
                    <a:pt x="1521" y="310"/>
                    <a:pt x="1521" y="247"/>
                    <a:pt x="1489" y="184"/>
                  </a:cubicBezTo>
                  <a:cubicBezTo>
                    <a:pt x="1442" y="66"/>
                    <a:pt x="1326" y="1"/>
                    <a:pt x="120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9" name="Google Shape;1519;p18"/>
            <p:cNvSpPr/>
            <p:nvPr/>
          </p:nvSpPr>
          <p:spPr>
            <a:xfrm>
              <a:off x="4428725" y="3020350"/>
              <a:ext cx="38025" cy="26775"/>
            </a:xfrm>
            <a:custGeom>
              <a:avLst/>
              <a:gdLst/>
              <a:ahLst/>
              <a:cxnLst/>
              <a:rect l="l" t="t" r="r" b="b"/>
              <a:pathLst>
                <a:path w="1521" h="1071" extrusionOk="0">
                  <a:moveTo>
                    <a:pt x="313" y="0"/>
                  </a:moveTo>
                  <a:cubicBezTo>
                    <a:pt x="193" y="0"/>
                    <a:pt x="78" y="59"/>
                    <a:pt x="32" y="152"/>
                  </a:cubicBezTo>
                  <a:cubicBezTo>
                    <a:pt x="0" y="247"/>
                    <a:pt x="0" y="310"/>
                    <a:pt x="0" y="405"/>
                  </a:cubicBezTo>
                  <a:cubicBezTo>
                    <a:pt x="32" y="468"/>
                    <a:pt x="95" y="532"/>
                    <a:pt x="159" y="564"/>
                  </a:cubicBezTo>
                  <a:lnTo>
                    <a:pt x="1077" y="1039"/>
                  </a:lnTo>
                  <a:cubicBezTo>
                    <a:pt x="1109" y="1039"/>
                    <a:pt x="1172" y="1070"/>
                    <a:pt x="1204" y="1070"/>
                  </a:cubicBezTo>
                  <a:cubicBezTo>
                    <a:pt x="1330" y="1070"/>
                    <a:pt x="1425" y="1007"/>
                    <a:pt x="1489" y="912"/>
                  </a:cubicBezTo>
                  <a:cubicBezTo>
                    <a:pt x="1520" y="817"/>
                    <a:pt x="1520" y="754"/>
                    <a:pt x="1489" y="659"/>
                  </a:cubicBezTo>
                  <a:cubicBezTo>
                    <a:pt x="1457" y="595"/>
                    <a:pt x="1425" y="532"/>
                    <a:pt x="1330" y="500"/>
                  </a:cubicBezTo>
                  <a:lnTo>
                    <a:pt x="444" y="25"/>
                  </a:lnTo>
                  <a:cubicBezTo>
                    <a:pt x="401" y="8"/>
                    <a:pt x="357" y="0"/>
                    <a:pt x="31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0" name="Google Shape;1520;p18"/>
            <p:cNvSpPr/>
            <p:nvPr/>
          </p:nvSpPr>
          <p:spPr>
            <a:xfrm>
              <a:off x="4317100" y="3095400"/>
              <a:ext cx="67300" cy="12675"/>
            </a:xfrm>
            <a:custGeom>
              <a:avLst/>
              <a:gdLst/>
              <a:ahLst/>
              <a:cxnLst/>
              <a:rect l="l" t="t" r="r" b="b"/>
              <a:pathLst>
                <a:path w="2692" h="507" extrusionOk="0">
                  <a:moveTo>
                    <a:pt x="253" y="0"/>
                  </a:moveTo>
                  <a:cubicBezTo>
                    <a:pt x="127" y="0"/>
                    <a:pt x="0" y="127"/>
                    <a:pt x="0" y="253"/>
                  </a:cubicBezTo>
                  <a:cubicBezTo>
                    <a:pt x="0" y="412"/>
                    <a:pt x="127" y="507"/>
                    <a:pt x="253" y="507"/>
                  </a:cubicBezTo>
                  <a:lnTo>
                    <a:pt x="2439" y="507"/>
                  </a:lnTo>
                  <a:cubicBezTo>
                    <a:pt x="2597" y="507"/>
                    <a:pt x="2692" y="412"/>
                    <a:pt x="2692" y="253"/>
                  </a:cubicBezTo>
                  <a:cubicBezTo>
                    <a:pt x="2692" y="127"/>
                    <a:pt x="2597" y="0"/>
                    <a:pt x="243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1" name="Google Shape;1521;p18"/>
            <p:cNvSpPr/>
            <p:nvPr/>
          </p:nvSpPr>
          <p:spPr>
            <a:xfrm>
              <a:off x="4328175" y="3116775"/>
              <a:ext cx="46725" cy="12675"/>
            </a:xfrm>
            <a:custGeom>
              <a:avLst/>
              <a:gdLst/>
              <a:ahLst/>
              <a:cxnLst/>
              <a:rect l="l" t="t" r="r" b="b"/>
              <a:pathLst>
                <a:path w="1869" h="507" extrusionOk="0">
                  <a:moveTo>
                    <a:pt x="254" y="0"/>
                  </a:moveTo>
                  <a:cubicBezTo>
                    <a:pt x="127" y="0"/>
                    <a:pt x="0" y="127"/>
                    <a:pt x="0" y="253"/>
                  </a:cubicBezTo>
                  <a:cubicBezTo>
                    <a:pt x="0" y="380"/>
                    <a:pt x="127" y="507"/>
                    <a:pt x="254" y="507"/>
                  </a:cubicBezTo>
                  <a:lnTo>
                    <a:pt x="1616" y="507"/>
                  </a:lnTo>
                  <a:cubicBezTo>
                    <a:pt x="1774" y="507"/>
                    <a:pt x="1869" y="380"/>
                    <a:pt x="1869" y="253"/>
                  </a:cubicBezTo>
                  <a:cubicBezTo>
                    <a:pt x="1869" y="127"/>
                    <a:pt x="1774" y="0"/>
                    <a:pt x="1616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2" name="Google Shape;1522;p18"/>
            <p:cNvSpPr/>
            <p:nvPr/>
          </p:nvSpPr>
          <p:spPr>
            <a:xfrm>
              <a:off x="4272750" y="2907750"/>
              <a:ext cx="156000" cy="182125"/>
            </a:xfrm>
            <a:custGeom>
              <a:avLst/>
              <a:gdLst/>
              <a:ahLst/>
              <a:cxnLst/>
              <a:rect l="l" t="t" r="r" b="b"/>
              <a:pathLst>
                <a:path w="6240" h="7285" extrusionOk="0">
                  <a:moveTo>
                    <a:pt x="3104" y="381"/>
                  </a:moveTo>
                  <a:cubicBezTo>
                    <a:pt x="4624" y="381"/>
                    <a:pt x="5859" y="1584"/>
                    <a:pt x="5859" y="3104"/>
                  </a:cubicBezTo>
                  <a:cubicBezTo>
                    <a:pt x="5859" y="3864"/>
                    <a:pt x="5543" y="4592"/>
                    <a:pt x="4973" y="5131"/>
                  </a:cubicBezTo>
                  <a:cubicBezTo>
                    <a:pt x="4466" y="5574"/>
                    <a:pt x="4149" y="6239"/>
                    <a:pt x="4118" y="6904"/>
                  </a:cubicBezTo>
                  <a:lnTo>
                    <a:pt x="2154" y="6904"/>
                  </a:lnTo>
                  <a:cubicBezTo>
                    <a:pt x="2091" y="6239"/>
                    <a:pt x="1774" y="5574"/>
                    <a:pt x="1267" y="5131"/>
                  </a:cubicBezTo>
                  <a:cubicBezTo>
                    <a:pt x="697" y="4592"/>
                    <a:pt x="381" y="3864"/>
                    <a:pt x="381" y="3104"/>
                  </a:cubicBezTo>
                  <a:cubicBezTo>
                    <a:pt x="381" y="1584"/>
                    <a:pt x="1616" y="381"/>
                    <a:pt x="3104" y="381"/>
                  </a:cubicBezTo>
                  <a:close/>
                  <a:moveTo>
                    <a:pt x="3136" y="0"/>
                  </a:moveTo>
                  <a:cubicBezTo>
                    <a:pt x="1394" y="0"/>
                    <a:pt x="1" y="1394"/>
                    <a:pt x="1" y="3104"/>
                  </a:cubicBezTo>
                  <a:cubicBezTo>
                    <a:pt x="1" y="3991"/>
                    <a:pt x="381" y="4814"/>
                    <a:pt x="1014" y="5416"/>
                  </a:cubicBezTo>
                  <a:cubicBezTo>
                    <a:pt x="1489" y="5828"/>
                    <a:pt x="1774" y="6461"/>
                    <a:pt x="1774" y="7094"/>
                  </a:cubicBezTo>
                  <a:cubicBezTo>
                    <a:pt x="1774" y="7221"/>
                    <a:pt x="1837" y="7284"/>
                    <a:pt x="1964" y="7284"/>
                  </a:cubicBezTo>
                  <a:lnTo>
                    <a:pt x="4276" y="7284"/>
                  </a:lnTo>
                  <a:cubicBezTo>
                    <a:pt x="4403" y="7284"/>
                    <a:pt x="4466" y="7221"/>
                    <a:pt x="4466" y="7094"/>
                  </a:cubicBezTo>
                  <a:cubicBezTo>
                    <a:pt x="4466" y="6461"/>
                    <a:pt x="4751" y="5828"/>
                    <a:pt x="5226" y="5416"/>
                  </a:cubicBezTo>
                  <a:cubicBezTo>
                    <a:pt x="5859" y="4814"/>
                    <a:pt x="6239" y="3991"/>
                    <a:pt x="6239" y="3104"/>
                  </a:cubicBezTo>
                  <a:cubicBezTo>
                    <a:pt x="6239" y="1394"/>
                    <a:pt x="4846" y="0"/>
                    <a:pt x="3136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3" name="Google Shape;1523;p18"/>
            <p:cNvSpPr/>
            <p:nvPr/>
          </p:nvSpPr>
          <p:spPr>
            <a:xfrm>
              <a:off x="4290175" y="2941150"/>
              <a:ext cx="42775" cy="73500"/>
            </a:xfrm>
            <a:custGeom>
              <a:avLst/>
              <a:gdLst/>
              <a:ahLst/>
              <a:cxnLst/>
              <a:rect l="l" t="t" r="r" b="b"/>
              <a:pathLst>
                <a:path w="1711" h="2940" extrusionOk="0">
                  <a:moveTo>
                    <a:pt x="1447" y="1"/>
                  </a:moveTo>
                  <a:cubicBezTo>
                    <a:pt x="1418" y="1"/>
                    <a:pt x="1389" y="9"/>
                    <a:pt x="1362" y="26"/>
                  </a:cubicBezTo>
                  <a:cubicBezTo>
                    <a:pt x="349" y="565"/>
                    <a:pt x="0" y="1831"/>
                    <a:pt x="570" y="2813"/>
                  </a:cubicBezTo>
                  <a:cubicBezTo>
                    <a:pt x="602" y="2908"/>
                    <a:pt x="665" y="2940"/>
                    <a:pt x="760" y="2940"/>
                  </a:cubicBezTo>
                  <a:cubicBezTo>
                    <a:pt x="792" y="2940"/>
                    <a:pt x="824" y="2940"/>
                    <a:pt x="855" y="2908"/>
                  </a:cubicBezTo>
                  <a:cubicBezTo>
                    <a:pt x="950" y="2845"/>
                    <a:pt x="982" y="2718"/>
                    <a:pt x="950" y="2623"/>
                  </a:cubicBezTo>
                  <a:cubicBezTo>
                    <a:pt x="507" y="1831"/>
                    <a:pt x="792" y="850"/>
                    <a:pt x="1552" y="406"/>
                  </a:cubicBezTo>
                  <a:cubicBezTo>
                    <a:pt x="1679" y="343"/>
                    <a:pt x="1710" y="216"/>
                    <a:pt x="1647" y="121"/>
                  </a:cubicBezTo>
                  <a:cubicBezTo>
                    <a:pt x="1601" y="53"/>
                    <a:pt x="1523" y="1"/>
                    <a:pt x="144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4" name="Google Shape;1524;p18"/>
            <p:cNvSpPr/>
            <p:nvPr/>
          </p:nvSpPr>
          <p:spPr>
            <a:xfrm>
              <a:off x="3811975" y="3326575"/>
              <a:ext cx="247025" cy="247050"/>
            </a:xfrm>
            <a:custGeom>
              <a:avLst/>
              <a:gdLst/>
              <a:ahLst/>
              <a:cxnLst/>
              <a:rect l="l" t="t" r="r" b="b"/>
              <a:pathLst>
                <a:path w="9881" h="9882" extrusionOk="0">
                  <a:moveTo>
                    <a:pt x="4941" y="539"/>
                  </a:moveTo>
                  <a:cubicBezTo>
                    <a:pt x="7379" y="539"/>
                    <a:pt x="9374" y="2502"/>
                    <a:pt x="9374" y="4941"/>
                  </a:cubicBezTo>
                  <a:cubicBezTo>
                    <a:pt x="9374" y="7379"/>
                    <a:pt x="7379" y="9374"/>
                    <a:pt x="4941" y="9374"/>
                  </a:cubicBezTo>
                  <a:cubicBezTo>
                    <a:pt x="2502" y="9374"/>
                    <a:pt x="539" y="7379"/>
                    <a:pt x="539" y="4941"/>
                  </a:cubicBezTo>
                  <a:cubicBezTo>
                    <a:pt x="539" y="2502"/>
                    <a:pt x="2502" y="539"/>
                    <a:pt x="4941" y="539"/>
                  </a:cubicBezTo>
                  <a:close/>
                  <a:moveTo>
                    <a:pt x="4941" y="0"/>
                  </a:moveTo>
                  <a:cubicBezTo>
                    <a:pt x="2217" y="0"/>
                    <a:pt x="0" y="2217"/>
                    <a:pt x="0" y="4941"/>
                  </a:cubicBezTo>
                  <a:cubicBezTo>
                    <a:pt x="0" y="7664"/>
                    <a:pt x="2217" y="9881"/>
                    <a:pt x="4941" y="9881"/>
                  </a:cubicBezTo>
                  <a:cubicBezTo>
                    <a:pt x="7664" y="9881"/>
                    <a:pt x="9881" y="7664"/>
                    <a:pt x="9881" y="4941"/>
                  </a:cubicBezTo>
                  <a:cubicBezTo>
                    <a:pt x="9881" y="2217"/>
                    <a:pt x="7664" y="0"/>
                    <a:pt x="49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5" name="Google Shape;1525;p18"/>
            <p:cNvSpPr/>
            <p:nvPr/>
          </p:nvSpPr>
          <p:spPr>
            <a:xfrm>
              <a:off x="3890350" y="3358250"/>
              <a:ext cx="93450" cy="178950"/>
            </a:xfrm>
            <a:custGeom>
              <a:avLst/>
              <a:gdLst/>
              <a:ahLst/>
              <a:cxnLst/>
              <a:rect l="l" t="t" r="r" b="b"/>
              <a:pathLst>
                <a:path w="3738" h="7158" extrusionOk="0">
                  <a:moveTo>
                    <a:pt x="1521" y="2090"/>
                  </a:moveTo>
                  <a:lnTo>
                    <a:pt x="1521" y="2977"/>
                  </a:lnTo>
                  <a:cubicBezTo>
                    <a:pt x="1394" y="2945"/>
                    <a:pt x="1299" y="2914"/>
                    <a:pt x="1236" y="2850"/>
                  </a:cubicBezTo>
                  <a:cubicBezTo>
                    <a:pt x="1141" y="2787"/>
                    <a:pt x="1109" y="2692"/>
                    <a:pt x="1109" y="2565"/>
                  </a:cubicBezTo>
                  <a:cubicBezTo>
                    <a:pt x="1109" y="2375"/>
                    <a:pt x="1172" y="2249"/>
                    <a:pt x="1299" y="2185"/>
                  </a:cubicBezTo>
                  <a:cubicBezTo>
                    <a:pt x="1362" y="2154"/>
                    <a:pt x="1457" y="2122"/>
                    <a:pt x="1521" y="2090"/>
                  </a:cubicBezTo>
                  <a:close/>
                  <a:moveTo>
                    <a:pt x="2249" y="4275"/>
                  </a:moveTo>
                  <a:cubicBezTo>
                    <a:pt x="2344" y="4307"/>
                    <a:pt x="2376" y="4339"/>
                    <a:pt x="2407" y="4370"/>
                  </a:cubicBezTo>
                  <a:cubicBezTo>
                    <a:pt x="2502" y="4434"/>
                    <a:pt x="2566" y="4560"/>
                    <a:pt x="2566" y="4719"/>
                  </a:cubicBezTo>
                  <a:cubicBezTo>
                    <a:pt x="2566" y="4877"/>
                    <a:pt x="2502" y="5004"/>
                    <a:pt x="2344" y="5099"/>
                  </a:cubicBezTo>
                  <a:cubicBezTo>
                    <a:pt x="2312" y="5099"/>
                    <a:pt x="2281" y="5130"/>
                    <a:pt x="2249" y="5130"/>
                  </a:cubicBezTo>
                  <a:lnTo>
                    <a:pt x="2249" y="4275"/>
                  </a:lnTo>
                  <a:close/>
                  <a:moveTo>
                    <a:pt x="1901" y="0"/>
                  </a:moveTo>
                  <a:cubicBezTo>
                    <a:pt x="1679" y="0"/>
                    <a:pt x="1521" y="127"/>
                    <a:pt x="1521" y="317"/>
                  </a:cubicBezTo>
                  <a:lnTo>
                    <a:pt x="1521" y="1172"/>
                  </a:lnTo>
                  <a:cubicBezTo>
                    <a:pt x="1077" y="1203"/>
                    <a:pt x="697" y="1330"/>
                    <a:pt x="444" y="1552"/>
                  </a:cubicBezTo>
                  <a:cubicBezTo>
                    <a:pt x="127" y="1805"/>
                    <a:pt x="0" y="2185"/>
                    <a:pt x="0" y="2660"/>
                  </a:cubicBezTo>
                  <a:cubicBezTo>
                    <a:pt x="0" y="3009"/>
                    <a:pt x="95" y="3325"/>
                    <a:pt x="317" y="3547"/>
                  </a:cubicBezTo>
                  <a:cubicBezTo>
                    <a:pt x="539" y="3769"/>
                    <a:pt x="887" y="3927"/>
                    <a:pt x="1362" y="4022"/>
                  </a:cubicBezTo>
                  <a:lnTo>
                    <a:pt x="1521" y="4054"/>
                  </a:lnTo>
                  <a:lnTo>
                    <a:pt x="1521" y="5194"/>
                  </a:lnTo>
                  <a:cubicBezTo>
                    <a:pt x="1331" y="5194"/>
                    <a:pt x="1141" y="5162"/>
                    <a:pt x="919" y="5099"/>
                  </a:cubicBezTo>
                  <a:cubicBezTo>
                    <a:pt x="634" y="5004"/>
                    <a:pt x="349" y="4909"/>
                    <a:pt x="32" y="4719"/>
                  </a:cubicBezTo>
                  <a:lnTo>
                    <a:pt x="32" y="5764"/>
                  </a:lnTo>
                  <a:cubicBezTo>
                    <a:pt x="349" y="5890"/>
                    <a:pt x="634" y="5954"/>
                    <a:pt x="950" y="6017"/>
                  </a:cubicBezTo>
                  <a:cubicBezTo>
                    <a:pt x="1141" y="6049"/>
                    <a:pt x="1331" y="6081"/>
                    <a:pt x="1521" y="6081"/>
                  </a:cubicBezTo>
                  <a:lnTo>
                    <a:pt x="1521" y="6841"/>
                  </a:lnTo>
                  <a:cubicBezTo>
                    <a:pt x="1521" y="7031"/>
                    <a:pt x="1711" y="7157"/>
                    <a:pt x="1901" y="7157"/>
                  </a:cubicBezTo>
                  <a:cubicBezTo>
                    <a:pt x="2091" y="7157"/>
                    <a:pt x="2249" y="7031"/>
                    <a:pt x="2249" y="6841"/>
                  </a:cubicBezTo>
                  <a:lnTo>
                    <a:pt x="2249" y="6081"/>
                  </a:lnTo>
                  <a:cubicBezTo>
                    <a:pt x="2692" y="6049"/>
                    <a:pt x="3041" y="5922"/>
                    <a:pt x="3294" y="5732"/>
                  </a:cubicBezTo>
                  <a:cubicBezTo>
                    <a:pt x="3611" y="5479"/>
                    <a:pt x="3737" y="5099"/>
                    <a:pt x="3737" y="4560"/>
                  </a:cubicBezTo>
                  <a:cubicBezTo>
                    <a:pt x="3737" y="4149"/>
                    <a:pt x="3642" y="3832"/>
                    <a:pt x="3421" y="3642"/>
                  </a:cubicBezTo>
                  <a:cubicBezTo>
                    <a:pt x="3199" y="3420"/>
                    <a:pt x="2819" y="3262"/>
                    <a:pt x="2281" y="3135"/>
                  </a:cubicBezTo>
                  <a:lnTo>
                    <a:pt x="2249" y="3135"/>
                  </a:lnTo>
                  <a:lnTo>
                    <a:pt x="2249" y="2090"/>
                  </a:lnTo>
                  <a:cubicBezTo>
                    <a:pt x="2376" y="2090"/>
                    <a:pt x="2534" y="2122"/>
                    <a:pt x="2661" y="2154"/>
                  </a:cubicBezTo>
                  <a:cubicBezTo>
                    <a:pt x="2914" y="2217"/>
                    <a:pt x="3167" y="2312"/>
                    <a:pt x="3452" y="2407"/>
                  </a:cubicBezTo>
                  <a:lnTo>
                    <a:pt x="3452" y="1394"/>
                  </a:lnTo>
                  <a:cubicBezTo>
                    <a:pt x="3136" y="1330"/>
                    <a:pt x="2851" y="1267"/>
                    <a:pt x="2566" y="1235"/>
                  </a:cubicBezTo>
                  <a:cubicBezTo>
                    <a:pt x="2471" y="1203"/>
                    <a:pt x="2376" y="1203"/>
                    <a:pt x="2249" y="1203"/>
                  </a:cubicBezTo>
                  <a:lnTo>
                    <a:pt x="2249" y="317"/>
                  </a:lnTo>
                  <a:cubicBezTo>
                    <a:pt x="2249" y="127"/>
                    <a:pt x="2091" y="0"/>
                    <a:pt x="1901" y="0"/>
                  </a:cubicBezTo>
                  <a:close/>
                </a:path>
              </a:pathLst>
            </a:custGeom>
            <a:solidFill>
              <a:srgbClr val="C4C4C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6" name="Google Shape;1526;p18"/>
            <p:cNvSpPr/>
            <p:nvPr/>
          </p:nvSpPr>
          <p:spPr>
            <a:xfrm>
              <a:off x="3298125" y="2488125"/>
              <a:ext cx="659550" cy="393525"/>
            </a:xfrm>
            <a:custGeom>
              <a:avLst/>
              <a:gdLst/>
              <a:ahLst/>
              <a:cxnLst/>
              <a:rect l="l" t="t" r="r" b="b"/>
              <a:pathLst>
                <a:path w="26382" h="15741" extrusionOk="0">
                  <a:moveTo>
                    <a:pt x="23499" y="983"/>
                  </a:moveTo>
                  <a:cubicBezTo>
                    <a:pt x="24544" y="983"/>
                    <a:pt x="25400" y="1838"/>
                    <a:pt x="25400" y="2883"/>
                  </a:cubicBezTo>
                  <a:lnTo>
                    <a:pt x="25400" y="12859"/>
                  </a:lnTo>
                  <a:cubicBezTo>
                    <a:pt x="25400" y="13904"/>
                    <a:pt x="24544" y="14759"/>
                    <a:pt x="23499" y="14759"/>
                  </a:cubicBezTo>
                  <a:lnTo>
                    <a:pt x="2883" y="14759"/>
                  </a:lnTo>
                  <a:cubicBezTo>
                    <a:pt x="1838" y="14759"/>
                    <a:pt x="983" y="13904"/>
                    <a:pt x="983" y="12859"/>
                  </a:cubicBezTo>
                  <a:lnTo>
                    <a:pt x="983" y="2883"/>
                  </a:lnTo>
                  <a:cubicBezTo>
                    <a:pt x="983" y="1838"/>
                    <a:pt x="1838" y="983"/>
                    <a:pt x="2883" y="983"/>
                  </a:cubicBezTo>
                  <a:close/>
                  <a:moveTo>
                    <a:pt x="2883" y="1"/>
                  </a:moveTo>
                  <a:cubicBezTo>
                    <a:pt x="1299" y="1"/>
                    <a:pt x="1" y="1299"/>
                    <a:pt x="1" y="2883"/>
                  </a:cubicBezTo>
                  <a:lnTo>
                    <a:pt x="1" y="12859"/>
                  </a:lnTo>
                  <a:cubicBezTo>
                    <a:pt x="1" y="14442"/>
                    <a:pt x="1299" y="15740"/>
                    <a:pt x="2883" y="15740"/>
                  </a:cubicBezTo>
                  <a:lnTo>
                    <a:pt x="23499" y="15740"/>
                  </a:lnTo>
                  <a:cubicBezTo>
                    <a:pt x="25083" y="15740"/>
                    <a:pt x="26381" y="14442"/>
                    <a:pt x="26381" y="12859"/>
                  </a:cubicBezTo>
                  <a:lnTo>
                    <a:pt x="26381" y="2883"/>
                  </a:lnTo>
                  <a:cubicBezTo>
                    <a:pt x="26381" y="1299"/>
                    <a:pt x="25083" y="1"/>
                    <a:pt x="2349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7" name="Google Shape;1527;p18"/>
            <p:cNvSpPr/>
            <p:nvPr/>
          </p:nvSpPr>
          <p:spPr>
            <a:xfrm>
              <a:off x="3313975" y="2815125"/>
              <a:ext cx="631825" cy="54650"/>
            </a:xfrm>
            <a:custGeom>
              <a:avLst/>
              <a:gdLst/>
              <a:ahLst/>
              <a:cxnLst/>
              <a:rect l="l" t="t" r="r" b="b"/>
              <a:pathLst>
                <a:path w="25273" h="2186" extrusionOk="0">
                  <a:moveTo>
                    <a:pt x="0" y="0"/>
                  </a:moveTo>
                  <a:lnTo>
                    <a:pt x="0" y="285"/>
                  </a:lnTo>
                  <a:cubicBezTo>
                    <a:pt x="0" y="1330"/>
                    <a:pt x="855" y="2185"/>
                    <a:pt x="1900" y="2185"/>
                  </a:cubicBezTo>
                  <a:lnTo>
                    <a:pt x="23372" y="2185"/>
                  </a:lnTo>
                  <a:cubicBezTo>
                    <a:pt x="24417" y="2185"/>
                    <a:pt x="25272" y="1330"/>
                    <a:pt x="25272" y="285"/>
                  </a:cubicBezTo>
                  <a:lnTo>
                    <a:pt x="2527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8" name="Google Shape;1528;p18"/>
            <p:cNvSpPr/>
            <p:nvPr/>
          </p:nvSpPr>
          <p:spPr>
            <a:xfrm>
              <a:off x="3583950" y="2820650"/>
              <a:ext cx="111650" cy="111675"/>
            </a:xfrm>
            <a:custGeom>
              <a:avLst/>
              <a:gdLst/>
              <a:ahLst/>
              <a:cxnLst/>
              <a:rect l="l" t="t" r="r" b="b"/>
              <a:pathLst>
                <a:path w="4466" h="4467" extrusionOk="0">
                  <a:moveTo>
                    <a:pt x="0" y="1"/>
                  </a:moveTo>
                  <a:lnTo>
                    <a:pt x="0" y="4466"/>
                  </a:lnTo>
                  <a:lnTo>
                    <a:pt x="4466" y="4466"/>
                  </a:lnTo>
                  <a:lnTo>
                    <a:pt x="446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9" name="Google Shape;1529;p18"/>
            <p:cNvSpPr/>
            <p:nvPr/>
          </p:nvSpPr>
          <p:spPr>
            <a:xfrm>
              <a:off x="3487350" y="2915675"/>
              <a:ext cx="311175" cy="28525"/>
            </a:xfrm>
            <a:custGeom>
              <a:avLst/>
              <a:gdLst/>
              <a:ahLst/>
              <a:cxnLst/>
              <a:rect l="l" t="t" r="r" b="b"/>
              <a:pathLst>
                <a:path w="12447" h="1141" extrusionOk="0">
                  <a:moveTo>
                    <a:pt x="1" y="0"/>
                  </a:moveTo>
                  <a:lnTo>
                    <a:pt x="1" y="1140"/>
                  </a:lnTo>
                  <a:lnTo>
                    <a:pt x="12447" y="1140"/>
                  </a:lnTo>
                  <a:lnTo>
                    <a:pt x="12447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0" name="Google Shape;1530;p18"/>
            <p:cNvSpPr/>
            <p:nvPr/>
          </p:nvSpPr>
          <p:spPr>
            <a:xfrm>
              <a:off x="3440650" y="2667075"/>
              <a:ext cx="95025" cy="95825"/>
            </a:xfrm>
            <a:custGeom>
              <a:avLst/>
              <a:gdLst/>
              <a:ahLst/>
              <a:cxnLst/>
              <a:rect l="l" t="t" r="r" b="b"/>
              <a:pathLst>
                <a:path w="3801" h="3833" extrusionOk="0">
                  <a:moveTo>
                    <a:pt x="0" y="0"/>
                  </a:moveTo>
                  <a:lnTo>
                    <a:pt x="0" y="3832"/>
                  </a:lnTo>
                  <a:lnTo>
                    <a:pt x="3801" y="3832"/>
                  </a:lnTo>
                  <a:lnTo>
                    <a:pt x="380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1" name="Google Shape;1531;p18"/>
            <p:cNvSpPr/>
            <p:nvPr/>
          </p:nvSpPr>
          <p:spPr>
            <a:xfrm>
              <a:off x="3575250" y="2621150"/>
              <a:ext cx="95025" cy="140950"/>
            </a:xfrm>
            <a:custGeom>
              <a:avLst/>
              <a:gdLst/>
              <a:ahLst/>
              <a:cxnLst/>
              <a:rect l="l" t="t" r="r" b="b"/>
              <a:pathLst>
                <a:path w="3801" h="5638" extrusionOk="0">
                  <a:moveTo>
                    <a:pt x="0" y="0"/>
                  </a:moveTo>
                  <a:lnTo>
                    <a:pt x="0" y="5637"/>
                  </a:lnTo>
                  <a:lnTo>
                    <a:pt x="3800" y="5637"/>
                  </a:lnTo>
                  <a:lnTo>
                    <a:pt x="380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2" name="Google Shape;1532;p18"/>
            <p:cNvSpPr/>
            <p:nvPr/>
          </p:nvSpPr>
          <p:spPr>
            <a:xfrm>
              <a:off x="3709050" y="2572850"/>
              <a:ext cx="95025" cy="189250"/>
            </a:xfrm>
            <a:custGeom>
              <a:avLst/>
              <a:gdLst/>
              <a:ahLst/>
              <a:cxnLst/>
              <a:rect l="l" t="t" r="r" b="b"/>
              <a:pathLst>
                <a:path w="3801" h="7570" extrusionOk="0">
                  <a:moveTo>
                    <a:pt x="0" y="1"/>
                  </a:moveTo>
                  <a:lnTo>
                    <a:pt x="0" y="7569"/>
                  </a:lnTo>
                  <a:lnTo>
                    <a:pt x="3800" y="7569"/>
                  </a:lnTo>
                  <a:lnTo>
                    <a:pt x="3800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3" name="Google Shape;1533;p18"/>
            <p:cNvSpPr/>
            <p:nvPr/>
          </p:nvSpPr>
          <p:spPr>
            <a:xfrm>
              <a:off x="3633025" y="3284600"/>
              <a:ext cx="25" cy="467150"/>
            </a:xfrm>
            <a:custGeom>
              <a:avLst/>
              <a:gdLst/>
              <a:ahLst/>
              <a:cxnLst/>
              <a:rect l="l" t="t" r="r" b="b"/>
              <a:pathLst>
                <a:path w="1" h="18686" fill="none" extrusionOk="0">
                  <a:moveTo>
                    <a:pt x="1" y="18686"/>
                  </a:moveTo>
                  <a:lnTo>
                    <a:pt x="1" y="1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4" name="Google Shape;1534;p18"/>
            <p:cNvSpPr/>
            <p:nvPr/>
          </p:nvSpPr>
          <p:spPr>
            <a:xfrm>
              <a:off x="4182500" y="2716950"/>
              <a:ext cx="467150" cy="25"/>
            </a:xfrm>
            <a:custGeom>
              <a:avLst/>
              <a:gdLst/>
              <a:ahLst/>
              <a:cxnLst/>
              <a:rect l="l" t="t" r="r" b="b"/>
              <a:pathLst>
                <a:path w="18686" h="1" fill="none" extrusionOk="0">
                  <a:moveTo>
                    <a:pt x="18685" y="0"/>
                  </a:moveTo>
                  <a:lnTo>
                    <a:pt x="0" y="0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5" name="Google Shape;1535;p18"/>
            <p:cNvSpPr/>
            <p:nvPr/>
          </p:nvSpPr>
          <p:spPr>
            <a:xfrm>
              <a:off x="3633025" y="1694050"/>
              <a:ext cx="25" cy="467125"/>
            </a:xfrm>
            <a:custGeom>
              <a:avLst/>
              <a:gdLst/>
              <a:ahLst/>
              <a:cxnLst/>
              <a:rect l="l" t="t" r="r" b="b"/>
              <a:pathLst>
                <a:path w="1" h="18685" fill="none" extrusionOk="0">
                  <a:moveTo>
                    <a:pt x="1" y="18685"/>
                  </a:moveTo>
                  <a:lnTo>
                    <a:pt x="1" y="0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6" name="Google Shape;1536;p18"/>
            <p:cNvSpPr/>
            <p:nvPr/>
          </p:nvSpPr>
          <p:spPr>
            <a:xfrm>
              <a:off x="4025725" y="2005975"/>
              <a:ext cx="311975" cy="311975"/>
            </a:xfrm>
            <a:custGeom>
              <a:avLst/>
              <a:gdLst/>
              <a:ahLst/>
              <a:cxnLst/>
              <a:rect l="l" t="t" r="r" b="b"/>
              <a:pathLst>
                <a:path w="12479" h="12479" fill="none" extrusionOk="0">
                  <a:moveTo>
                    <a:pt x="1" y="12478"/>
                  </a:moveTo>
                  <a:lnTo>
                    <a:pt x="12478" y="1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7" name="Google Shape;1537;p18"/>
            <p:cNvSpPr/>
            <p:nvPr/>
          </p:nvSpPr>
          <p:spPr>
            <a:xfrm>
              <a:off x="4021775" y="3109650"/>
              <a:ext cx="311975" cy="311950"/>
            </a:xfrm>
            <a:custGeom>
              <a:avLst/>
              <a:gdLst/>
              <a:ahLst/>
              <a:cxnLst/>
              <a:rect l="l" t="t" r="r" b="b"/>
              <a:pathLst>
                <a:path w="12479" h="12478" fill="none" extrusionOk="0">
                  <a:moveTo>
                    <a:pt x="12478" y="12478"/>
                  </a:moveTo>
                  <a:lnTo>
                    <a:pt x="0" y="0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8" name="Google Shape;1538;p18"/>
            <p:cNvSpPr/>
            <p:nvPr/>
          </p:nvSpPr>
          <p:spPr>
            <a:xfrm>
              <a:off x="4332925" y="2716150"/>
              <a:ext cx="441025" cy="809950"/>
            </a:xfrm>
            <a:custGeom>
              <a:avLst/>
              <a:gdLst/>
              <a:ahLst/>
              <a:cxnLst/>
              <a:rect l="l" t="t" r="r" b="b"/>
              <a:pathLst>
                <a:path w="17641" h="32398" extrusionOk="0">
                  <a:moveTo>
                    <a:pt x="11686" y="1"/>
                  </a:moveTo>
                  <a:cubicBezTo>
                    <a:pt x="11686" y="10990"/>
                    <a:pt x="7221" y="20965"/>
                    <a:pt x="0" y="28186"/>
                  </a:cubicBezTo>
                  <a:lnTo>
                    <a:pt x="4212" y="32398"/>
                  </a:lnTo>
                  <a:cubicBezTo>
                    <a:pt x="12510" y="24101"/>
                    <a:pt x="17640" y="12636"/>
                    <a:pt x="1764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9" name="Google Shape;1539;p18"/>
            <p:cNvSpPr/>
            <p:nvPr/>
          </p:nvSpPr>
          <p:spPr>
            <a:xfrm>
              <a:off x="4332125" y="1906225"/>
              <a:ext cx="441825" cy="809950"/>
            </a:xfrm>
            <a:custGeom>
              <a:avLst/>
              <a:gdLst/>
              <a:ahLst/>
              <a:cxnLst/>
              <a:rect l="l" t="t" r="r" b="b"/>
              <a:pathLst>
                <a:path w="17673" h="32398" extrusionOk="0">
                  <a:moveTo>
                    <a:pt x="4244" y="0"/>
                  </a:moveTo>
                  <a:lnTo>
                    <a:pt x="1" y="4212"/>
                  </a:lnTo>
                  <a:cubicBezTo>
                    <a:pt x="7253" y="11433"/>
                    <a:pt x="11718" y="21409"/>
                    <a:pt x="11718" y="32398"/>
                  </a:cubicBezTo>
                  <a:lnTo>
                    <a:pt x="17672" y="32398"/>
                  </a:lnTo>
                  <a:cubicBezTo>
                    <a:pt x="17672" y="19762"/>
                    <a:pt x="12542" y="8298"/>
                    <a:pt x="424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40" name="Google Shape;1540;p18"/>
            <p:cNvSpPr/>
            <p:nvPr/>
          </p:nvSpPr>
          <p:spPr>
            <a:xfrm>
              <a:off x="3628275" y="3420775"/>
              <a:ext cx="809975" cy="441825"/>
            </a:xfrm>
            <a:custGeom>
              <a:avLst/>
              <a:gdLst/>
              <a:ahLst/>
              <a:cxnLst/>
              <a:rect l="l" t="t" r="r" b="b"/>
              <a:pathLst>
                <a:path w="32399" h="17673" extrusionOk="0">
                  <a:moveTo>
                    <a:pt x="28186" y="1"/>
                  </a:moveTo>
                  <a:cubicBezTo>
                    <a:pt x="20966" y="7221"/>
                    <a:pt x="10990" y="11687"/>
                    <a:pt x="1" y="11687"/>
                  </a:cubicBezTo>
                  <a:lnTo>
                    <a:pt x="1" y="17672"/>
                  </a:lnTo>
                  <a:cubicBezTo>
                    <a:pt x="12637" y="17672"/>
                    <a:pt x="24101" y="12510"/>
                    <a:pt x="32398" y="4213"/>
                  </a:cubicBezTo>
                  <a:lnTo>
                    <a:pt x="2818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</p:grpSp>
      <p:sp>
        <p:nvSpPr>
          <p:cNvPr id="1541" name="Google Shape;1541;p18"/>
          <p:cNvSpPr txBox="1"/>
          <p:nvPr/>
        </p:nvSpPr>
        <p:spPr>
          <a:xfrm>
            <a:off x="609600" y="1779033"/>
            <a:ext cx="2970800" cy="3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3733" dirty="0">
                <a:latin typeface="Fira Sans Medium"/>
                <a:ea typeface="Fira Sans Medium"/>
                <a:cs typeface="Fira Sans Medium"/>
                <a:sym typeface="Fira Sans Medium"/>
              </a:rPr>
              <a:t>Table Of Contents</a:t>
            </a:r>
          </a:p>
        </p:txBody>
      </p:sp>
      <p:sp>
        <p:nvSpPr>
          <p:cNvPr id="1542" name="Google Shape;1542;p18"/>
          <p:cNvSpPr txBox="1"/>
          <p:nvPr/>
        </p:nvSpPr>
        <p:spPr>
          <a:xfrm>
            <a:off x="8011433" y="992967"/>
            <a:ext cx="3216800" cy="4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3067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01</a:t>
            </a:r>
            <a:endParaRPr sz="3067">
              <a:solidFill>
                <a:srgbClr val="CCCCCC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543" name="Google Shape;1543;p18"/>
          <p:cNvSpPr txBox="1"/>
          <p:nvPr/>
        </p:nvSpPr>
        <p:spPr>
          <a:xfrm>
            <a:off x="8011443" y="1450833"/>
            <a:ext cx="3216800" cy="6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dirty="0">
                <a:latin typeface="Fira Sans"/>
                <a:ea typeface="Fira Sans"/>
                <a:cs typeface="Fira Sans"/>
                <a:sym typeface="Fira Sans"/>
              </a:rPr>
              <a:t>Overview Of New Structural Code.</a:t>
            </a:r>
          </a:p>
          <a:p>
            <a:r>
              <a:rPr lang="en-US" sz="16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endParaRPr sz="1600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44" name="Google Shape;1544;p18"/>
          <p:cNvSpPr txBox="1"/>
          <p:nvPr/>
        </p:nvSpPr>
        <p:spPr>
          <a:xfrm>
            <a:off x="8011443" y="2352133"/>
            <a:ext cx="3216800" cy="4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3067">
                <a:solidFill>
                  <a:srgbClr val="30475E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02</a:t>
            </a:r>
            <a:endParaRPr sz="3067">
              <a:solidFill>
                <a:srgbClr val="30475E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545" name="Google Shape;1545;p18"/>
          <p:cNvSpPr txBox="1"/>
          <p:nvPr/>
        </p:nvSpPr>
        <p:spPr>
          <a:xfrm>
            <a:off x="8011443" y="2825739"/>
            <a:ext cx="3216800" cy="6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dirty="0">
                <a:latin typeface="Fira Sans"/>
                <a:ea typeface="Fira Sans"/>
                <a:cs typeface="Fira Sans"/>
                <a:sym typeface="Fira Sans"/>
              </a:rPr>
              <a:t>Rules While Designing The Drawing.</a:t>
            </a:r>
          </a:p>
          <a:p>
            <a:r>
              <a:rPr lang="en-US" sz="16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endParaRPr sz="1600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46" name="Google Shape;1546;p18"/>
          <p:cNvSpPr txBox="1"/>
          <p:nvPr/>
        </p:nvSpPr>
        <p:spPr>
          <a:xfrm>
            <a:off x="8011443" y="3682133"/>
            <a:ext cx="3216800" cy="4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3067">
                <a:solidFill>
                  <a:srgbClr val="F2A365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03</a:t>
            </a:r>
            <a:endParaRPr sz="3067">
              <a:solidFill>
                <a:srgbClr val="F2A365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547" name="Google Shape;1547;p18"/>
          <p:cNvSpPr txBox="1"/>
          <p:nvPr/>
        </p:nvSpPr>
        <p:spPr>
          <a:xfrm>
            <a:off x="8011442" y="4155733"/>
            <a:ext cx="3439659" cy="6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dirty="0">
                <a:latin typeface="Fira Sans"/>
                <a:ea typeface="Fira Sans"/>
                <a:cs typeface="Fira Sans"/>
                <a:sym typeface="Fira Sans"/>
              </a:rPr>
              <a:t>Weekly Updates and Meetings.  </a:t>
            </a:r>
          </a:p>
        </p:txBody>
      </p:sp>
      <p:sp>
        <p:nvSpPr>
          <p:cNvPr id="1548" name="Google Shape;1548;p18"/>
          <p:cNvSpPr txBox="1"/>
          <p:nvPr/>
        </p:nvSpPr>
        <p:spPr>
          <a:xfrm>
            <a:off x="8011433" y="4830932"/>
            <a:ext cx="3216800" cy="4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3067" dirty="0">
                <a:solidFill>
                  <a:srgbClr val="22283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04</a:t>
            </a:r>
            <a:endParaRPr sz="3067" dirty="0">
              <a:solidFill>
                <a:srgbClr val="22283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549" name="Google Shape;1549;p18"/>
          <p:cNvSpPr txBox="1"/>
          <p:nvPr/>
        </p:nvSpPr>
        <p:spPr>
          <a:xfrm>
            <a:off x="8011433" y="5368474"/>
            <a:ext cx="3216800" cy="6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dirty="0">
                <a:latin typeface="Fira Sans"/>
                <a:ea typeface="Fira Sans"/>
                <a:cs typeface="Fira Sans"/>
                <a:sym typeface="Fira Sans"/>
              </a:rPr>
              <a:t>Future Of The SBOM Project </a:t>
            </a:r>
            <a:endParaRPr dirty="0"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1550" name="Google Shape;1550;p18"/>
          <p:cNvCxnSpPr/>
          <p:nvPr/>
        </p:nvCxnSpPr>
        <p:spPr>
          <a:xfrm>
            <a:off x="8105767" y="1450833"/>
            <a:ext cx="396800" cy="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1" name="Google Shape;1551;p18"/>
          <p:cNvCxnSpPr/>
          <p:nvPr/>
        </p:nvCxnSpPr>
        <p:spPr>
          <a:xfrm>
            <a:off x="8105767" y="2825733"/>
            <a:ext cx="396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2" name="Google Shape;1552;p18"/>
          <p:cNvCxnSpPr/>
          <p:nvPr/>
        </p:nvCxnSpPr>
        <p:spPr>
          <a:xfrm>
            <a:off x="8105767" y="4155733"/>
            <a:ext cx="396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3" name="Google Shape;1553;p18"/>
          <p:cNvCxnSpPr/>
          <p:nvPr/>
        </p:nvCxnSpPr>
        <p:spPr>
          <a:xfrm>
            <a:off x="8105767" y="5303865"/>
            <a:ext cx="396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5990975" y="1451560"/>
            <a:ext cx="5609887" cy="3954880"/>
            <a:chOff x="2523825" y="1354400"/>
            <a:chExt cx="4476450" cy="3155825"/>
          </a:xfrm>
        </p:grpSpPr>
        <p:sp>
          <p:nvSpPr>
            <p:cNvPr id="55" name="Google Shape;55;p13"/>
            <p:cNvSpPr/>
            <p:nvPr/>
          </p:nvSpPr>
          <p:spPr>
            <a:xfrm>
              <a:off x="5135725" y="2136600"/>
              <a:ext cx="424400" cy="668250"/>
            </a:xfrm>
            <a:custGeom>
              <a:avLst/>
              <a:gdLst/>
              <a:ahLst/>
              <a:cxnLst/>
              <a:rect l="l" t="t" r="r" b="b"/>
              <a:pathLst>
                <a:path w="16976" h="26730" extrusionOk="0">
                  <a:moveTo>
                    <a:pt x="159" y="1"/>
                  </a:moveTo>
                  <a:cubicBezTo>
                    <a:pt x="96" y="1"/>
                    <a:pt x="1" y="64"/>
                    <a:pt x="1" y="159"/>
                  </a:cubicBezTo>
                  <a:lnTo>
                    <a:pt x="1" y="16500"/>
                  </a:lnTo>
                  <a:cubicBezTo>
                    <a:pt x="1" y="16564"/>
                    <a:pt x="33" y="16595"/>
                    <a:pt x="64" y="16627"/>
                  </a:cubicBezTo>
                  <a:lnTo>
                    <a:pt x="10103" y="26698"/>
                  </a:lnTo>
                  <a:cubicBezTo>
                    <a:pt x="10135" y="26730"/>
                    <a:pt x="10198" y="26730"/>
                    <a:pt x="10230" y="26730"/>
                  </a:cubicBezTo>
                  <a:lnTo>
                    <a:pt x="16817" y="26730"/>
                  </a:lnTo>
                  <a:cubicBezTo>
                    <a:pt x="16912" y="26730"/>
                    <a:pt x="16975" y="26666"/>
                    <a:pt x="16975" y="26571"/>
                  </a:cubicBezTo>
                  <a:cubicBezTo>
                    <a:pt x="16975" y="26476"/>
                    <a:pt x="16880" y="26413"/>
                    <a:pt x="16817" y="26413"/>
                  </a:cubicBezTo>
                  <a:lnTo>
                    <a:pt x="10293" y="26413"/>
                  </a:lnTo>
                  <a:lnTo>
                    <a:pt x="349" y="16437"/>
                  </a:ln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5908450" y="1686925"/>
              <a:ext cx="424400" cy="544725"/>
            </a:xfrm>
            <a:custGeom>
              <a:avLst/>
              <a:gdLst/>
              <a:ahLst/>
              <a:cxnLst/>
              <a:rect l="l" t="t" r="r" b="b"/>
              <a:pathLst>
                <a:path w="16976" h="21789" extrusionOk="0">
                  <a:moveTo>
                    <a:pt x="16817" y="0"/>
                  </a:moveTo>
                  <a:cubicBezTo>
                    <a:pt x="16722" y="0"/>
                    <a:pt x="16627" y="63"/>
                    <a:pt x="16627" y="158"/>
                  </a:cubicBezTo>
                  <a:lnTo>
                    <a:pt x="16627" y="11496"/>
                  </a:lnTo>
                  <a:lnTo>
                    <a:pt x="6683" y="21440"/>
                  </a:lnTo>
                  <a:lnTo>
                    <a:pt x="191" y="21440"/>
                  </a:lnTo>
                  <a:cubicBezTo>
                    <a:pt x="96" y="21440"/>
                    <a:pt x="1" y="21535"/>
                    <a:pt x="1" y="21598"/>
                  </a:cubicBezTo>
                  <a:cubicBezTo>
                    <a:pt x="1" y="21693"/>
                    <a:pt x="64" y="21788"/>
                    <a:pt x="159" y="21788"/>
                  </a:cubicBezTo>
                  <a:lnTo>
                    <a:pt x="6746" y="21788"/>
                  </a:lnTo>
                  <a:cubicBezTo>
                    <a:pt x="6778" y="21788"/>
                    <a:pt x="6841" y="21757"/>
                    <a:pt x="6873" y="21725"/>
                  </a:cubicBezTo>
                  <a:lnTo>
                    <a:pt x="16912" y="11686"/>
                  </a:lnTo>
                  <a:cubicBezTo>
                    <a:pt x="16944" y="11654"/>
                    <a:pt x="16975" y="11591"/>
                    <a:pt x="16975" y="11559"/>
                  </a:cubicBezTo>
                  <a:lnTo>
                    <a:pt x="16975" y="158"/>
                  </a:lnTo>
                  <a:cubicBezTo>
                    <a:pt x="16975" y="63"/>
                    <a:pt x="16880" y="0"/>
                    <a:pt x="168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5649575" y="1566175"/>
              <a:ext cx="265250" cy="530875"/>
            </a:xfrm>
            <a:custGeom>
              <a:avLst/>
              <a:gdLst/>
              <a:ahLst/>
              <a:cxnLst/>
              <a:rect l="l" t="t" r="r" b="b"/>
              <a:pathLst>
                <a:path w="10610" h="21235" extrusionOk="0">
                  <a:moveTo>
                    <a:pt x="174" y="1"/>
                  </a:moveTo>
                  <a:cubicBezTo>
                    <a:pt x="135" y="1"/>
                    <a:pt x="95" y="16"/>
                    <a:pt x="63" y="48"/>
                  </a:cubicBezTo>
                  <a:cubicBezTo>
                    <a:pt x="0" y="111"/>
                    <a:pt x="0" y="206"/>
                    <a:pt x="63" y="270"/>
                  </a:cubicBezTo>
                  <a:lnTo>
                    <a:pt x="10293" y="10499"/>
                  </a:lnTo>
                  <a:lnTo>
                    <a:pt x="10293" y="21076"/>
                  </a:lnTo>
                  <a:cubicBezTo>
                    <a:pt x="10293" y="21171"/>
                    <a:pt x="10356" y="21235"/>
                    <a:pt x="10451" y="21235"/>
                  </a:cubicBezTo>
                  <a:cubicBezTo>
                    <a:pt x="10546" y="21235"/>
                    <a:pt x="10609" y="21171"/>
                    <a:pt x="10609" y="21076"/>
                  </a:cubicBezTo>
                  <a:lnTo>
                    <a:pt x="10609" y="10435"/>
                  </a:lnTo>
                  <a:cubicBezTo>
                    <a:pt x="10609" y="10404"/>
                    <a:pt x="10609" y="10340"/>
                    <a:pt x="10578" y="10309"/>
                  </a:cubicBezTo>
                  <a:lnTo>
                    <a:pt x="285" y="48"/>
                  </a:lnTo>
                  <a:cubicBezTo>
                    <a:pt x="253" y="16"/>
                    <a:pt x="214" y="1"/>
                    <a:pt x="17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5423925" y="1354400"/>
              <a:ext cx="266825" cy="266825"/>
            </a:xfrm>
            <a:custGeom>
              <a:avLst/>
              <a:gdLst/>
              <a:ahLst/>
              <a:cxnLst/>
              <a:rect l="l" t="t" r="r" b="b"/>
              <a:pathLst>
                <a:path w="10673" h="10673" extrusionOk="0">
                  <a:moveTo>
                    <a:pt x="5352" y="317"/>
                  </a:moveTo>
                  <a:cubicBezTo>
                    <a:pt x="8108" y="317"/>
                    <a:pt x="10356" y="2565"/>
                    <a:pt x="10356" y="5320"/>
                  </a:cubicBezTo>
                  <a:cubicBezTo>
                    <a:pt x="10356" y="8076"/>
                    <a:pt x="8108" y="10324"/>
                    <a:pt x="5352" y="10324"/>
                  </a:cubicBezTo>
                  <a:cubicBezTo>
                    <a:pt x="2597" y="10324"/>
                    <a:pt x="349" y="8076"/>
                    <a:pt x="349" y="5320"/>
                  </a:cubicBezTo>
                  <a:cubicBezTo>
                    <a:pt x="349" y="2565"/>
                    <a:pt x="2597" y="317"/>
                    <a:pt x="5352" y="317"/>
                  </a:cubicBezTo>
                  <a:close/>
                  <a:moveTo>
                    <a:pt x="5352" y="0"/>
                  </a:moveTo>
                  <a:cubicBezTo>
                    <a:pt x="2407" y="0"/>
                    <a:pt x="0" y="2375"/>
                    <a:pt x="0" y="5320"/>
                  </a:cubicBezTo>
                  <a:cubicBezTo>
                    <a:pt x="0" y="8266"/>
                    <a:pt x="2407" y="10673"/>
                    <a:pt x="5352" y="10673"/>
                  </a:cubicBezTo>
                  <a:cubicBezTo>
                    <a:pt x="8298" y="10673"/>
                    <a:pt x="10673" y="8266"/>
                    <a:pt x="10673" y="5320"/>
                  </a:cubicBezTo>
                  <a:cubicBezTo>
                    <a:pt x="10673" y="2375"/>
                    <a:pt x="8298" y="0"/>
                    <a:pt x="535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5454000" y="1392975"/>
              <a:ext cx="206675" cy="188875"/>
            </a:xfrm>
            <a:custGeom>
              <a:avLst/>
              <a:gdLst/>
              <a:ahLst/>
              <a:cxnLst/>
              <a:rect l="l" t="t" r="r" b="b"/>
              <a:pathLst>
                <a:path w="8267" h="7555" extrusionOk="0">
                  <a:moveTo>
                    <a:pt x="4134" y="1"/>
                  </a:moveTo>
                  <a:cubicBezTo>
                    <a:pt x="3168" y="1"/>
                    <a:pt x="2202" y="373"/>
                    <a:pt x="1458" y="1117"/>
                  </a:cubicBezTo>
                  <a:cubicBezTo>
                    <a:pt x="1" y="2574"/>
                    <a:pt x="1" y="4981"/>
                    <a:pt x="1458" y="6438"/>
                  </a:cubicBezTo>
                  <a:cubicBezTo>
                    <a:pt x="2202" y="7182"/>
                    <a:pt x="3168" y="7554"/>
                    <a:pt x="4134" y="7554"/>
                  </a:cubicBezTo>
                  <a:cubicBezTo>
                    <a:pt x="5100" y="7554"/>
                    <a:pt x="6065" y="7182"/>
                    <a:pt x="6810" y="6438"/>
                  </a:cubicBezTo>
                  <a:cubicBezTo>
                    <a:pt x="8266" y="4981"/>
                    <a:pt x="8266" y="2574"/>
                    <a:pt x="6810" y="1117"/>
                  </a:cubicBezTo>
                  <a:cubicBezTo>
                    <a:pt x="6065" y="373"/>
                    <a:pt x="5100" y="1"/>
                    <a:pt x="413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2750250" y="4349475"/>
              <a:ext cx="4052875" cy="160750"/>
            </a:xfrm>
            <a:custGeom>
              <a:avLst/>
              <a:gdLst/>
              <a:ahLst/>
              <a:cxnLst/>
              <a:rect l="l" t="t" r="r" b="b"/>
              <a:pathLst>
                <a:path w="162115" h="6430" extrusionOk="0">
                  <a:moveTo>
                    <a:pt x="81074" y="1"/>
                  </a:moveTo>
                  <a:cubicBezTo>
                    <a:pt x="36294" y="1"/>
                    <a:pt x="1" y="1426"/>
                    <a:pt x="1" y="3199"/>
                  </a:cubicBezTo>
                  <a:cubicBezTo>
                    <a:pt x="1" y="5004"/>
                    <a:pt x="36294" y="6429"/>
                    <a:pt x="81074" y="6429"/>
                  </a:cubicBezTo>
                  <a:cubicBezTo>
                    <a:pt x="125822" y="6429"/>
                    <a:pt x="162115" y="5004"/>
                    <a:pt x="162115" y="3199"/>
                  </a:cubicBezTo>
                  <a:cubicBezTo>
                    <a:pt x="162115" y="1426"/>
                    <a:pt x="125822" y="1"/>
                    <a:pt x="81074" y="1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2523825" y="3132600"/>
              <a:ext cx="443400" cy="216175"/>
            </a:xfrm>
            <a:custGeom>
              <a:avLst/>
              <a:gdLst/>
              <a:ahLst/>
              <a:cxnLst/>
              <a:rect l="l" t="t" r="r" b="b"/>
              <a:pathLst>
                <a:path w="17736" h="8647" extrusionOk="0">
                  <a:moveTo>
                    <a:pt x="2756" y="0"/>
                  </a:moveTo>
                  <a:cubicBezTo>
                    <a:pt x="1236" y="0"/>
                    <a:pt x="1" y="1236"/>
                    <a:pt x="1" y="2756"/>
                  </a:cubicBezTo>
                  <a:lnTo>
                    <a:pt x="1" y="5891"/>
                  </a:lnTo>
                  <a:cubicBezTo>
                    <a:pt x="1" y="7411"/>
                    <a:pt x="1236" y="8646"/>
                    <a:pt x="2756" y="8646"/>
                  </a:cubicBezTo>
                  <a:lnTo>
                    <a:pt x="14980" y="8646"/>
                  </a:lnTo>
                  <a:cubicBezTo>
                    <a:pt x="16500" y="8646"/>
                    <a:pt x="17735" y="7411"/>
                    <a:pt x="17735" y="5891"/>
                  </a:cubicBezTo>
                  <a:lnTo>
                    <a:pt x="17735" y="2756"/>
                  </a:lnTo>
                  <a:cubicBezTo>
                    <a:pt x="17735" y="1236"/>
                    <a:pt x="16500" y="0"/>
                    <a:pt x="14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2632300" y="3202275"/>
              <a:ext cx="124325" cy="24575"/>
            </a:xfrm>
            <a:custGeom>
              <a:avLst/>
              <a:gdLst/>
              <a:ahLst/>
              <a:cxnLst/>
              <a:rect l="l" t="t" r="r" b="b"/>
              <a:pathLst>
                <a:path w="4973" h="983" extrusionOk="0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4466" y="982"/>
                  </a:lnTo>
                  <a:cubicBezTo>
                    <a:pt x="4751" y="982"/>
                    <a:pt x="4972" y="760"/>
                    <a:pt x="4972" y="475"/>
                  </a:cubicBezTo>
                  <a:cubicBezTo>
                    <a:pt x="4972" y="222"/>
                    <a:pt x="4751" y="0"/>
                    <a:pt x="44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2788275" y="3202275"/>
              <a:ext cx="68900" cy="24575"/>
            </a:xfrm>
            <a:custGeom>
              <a:avLst/>
              <a:gdLst/>
              <a:ahLst/>
              <a:cxnLst/>
              <a:rect l="l" t="t" r="r" b="b"/>
              <a:pathLst>
                <a:path w="2756" h="983" extrusionOk="0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2249" y="982"/>
                  </a:lnTo>
                  <a:cubicBezTo>
                    <a:pt x="2534" y="982"/>
                    <a:pt x="2755" y="760"/>
                    <a:pt x="2755" y="475"/>
                  </a:cubicBezTo>
                  <a:cubicBezTo>
                    <a:pt x="2755" y="222"/>
                    <a:pt x="2502" y="0"/>
                    <a:pt x="22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2703550" y="3253725"/>
              <a:ext cx="153625" cy="25375"/>
            </a:xfrm>
            <a:custGeom>
              <a:avLst/>
              <a:gdLst/>
              <a:ahLst/>
              <a:cxnLst/>
              <a:rect l="l" t="t" r="r" b="b"/>
              <a:pathLst>
                <a:path w="6145" h="1015" extrusionOk="0">
                  <a:moveTo>
                    <a:pt x="507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5638" y="1014"/>
                  </a:lnTo>
                  <a:cubicBezTo>
                    <a:pt x="5923" y="1014"/>
                    <a:pt x="6144" y="793"/>
                    <a:pt x="6113" y="507"/>
                  </a:cubicBezTo>
                  <a:cubicBezTo>
                    <a:pt x="6113" y="222"/>
                    <a:pt x="5891" y="1"/>
                    <a:pt x="56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5697075" y="2062200"/>
              <a:ext cx="443375" cy="215375"/>
            </a:xfrm>
            <a:custGeom>
              <a:avLst/>
              <a:gdLst/>
              <a:ahLst/>
              <a:cxnLst/>
              <a:rect l="l" t="t" r="r" b="b"/>
              <a:pathLst>
                <a:path w="17735" h="8615" extrusionOk="0">
                  <a:moveTo>
                    <a:pt x="2724" y="0"/>
                  </a:moveTo>
                  <a:cubicBezTo>
                    <a:pt x="1204" y="0"/>
                    <a:pt x="0" y="1204"/>
                    <a:pt x="0" y="2724"/>
                  </a:cubicBezTo>
                  <a:lnTo>
                    <a:pt x="0" y="5859"/>
                  </a:lnTo>
                  <a:cubicBezTo>
                    <a:pt x="0" y="7379"/>
                    <a:pt x="1204" y="8614"/>
                    <a:pt x="2724" y="8614"/>
                  </a:cubicBezTo>
                  <a:lnTo>
                    <a:pt x="14980" y="8614"/>
                  </a:lnTo>
                  <a:cubicBezTo>
                    <a:pt x="16500" y="8614"/>
                    <a:pt x="17735" y="7379"/>
                    <a:pt x="17735" y="5859"/>
                  </a:cubicBezTo>
                  <a:lnTo>
                    <a:pt x="17735" y="2724"/>
                  </a:lnTo>
                  <a:cubicBezTo>
                    <a:pt x="17735" y="1204"/>
                    <a:pt x="16500" y="0"/>
                    <a:pt x="14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5754075" y="2127100"/>
              <a:ext cx="99775" cy="25375"/>
            </a:xfrm>
            <a:custGeom>
              <a:avLst/>
              <a:gdLst/>
              <a:ahLst/>
              <a:cxnLst/>
              <a:rect l="l" t="t" r="r" b="b"/>
              <a:pathLst>
                <a:path w="3991" h="1015" extrusionOk="0">
                  <a:moveTo>
                    <a:pt x="507" y="1"/>
                  </a:moveTo>
                  <a:cubicBezTo>
                    <a:pt x="254" y="1"/>
                    <a:pt x="0" y="254"/>
                    <a:pt x="0" y="508"/>
                  </a:cubicBezTo>
                  <a:cubicBezTo>
                    <a:pt x="0" y="793"/>
                    <a:pt x="254" y="1014"/>
                    <a:pt x="507" y="1014"/>
                  </a:cubicBezTo>
                  <a:lnTo>
                    <a:pt x="3516" y="1014"/>
                  </a:lnTo>
                  <a:cubicBezTo>
                    <a:pt x="3769" y="1014"/>
                    <a:pt x="3991" y="793"/>
                    <a:pt x="3991" y="508"/>
                  </a:cubicBezTo>
                  <a:cubicBezTo>
                    <a:pt x="3991" y="254"/>
                    <a:pt x="3769" y="1"/>
                    <a:pt x="35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5879175" y="2127100"/>
              <a:ext cx="63350" cy="25375"/>
            </a:xfrm>
            <a:custGeom>
              <a:avLst/>
              <a:gdLst/>
              <a:ahLst/>
              <a:cxnLst/>
              <a:rect l="l" t="t" r="r" b="b"/>
              <a:pathLst>
                <a:path w="2534" h="1015" extrusionOk="0">
                  <a:moveTo>
                    <a:pt x="507" y="1"/>
                  </a:moveTo>
                  <a:cubicBezTo>
                    <a:pt x="222" y="1"/>
                    <a:pt x="0" y="254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2027" y="1014"/>
                  </a:lnTo>
                  <a:cubicBezTo>
                    <a:pt x="2312" y="1014"/>
                    <a:pt x="2534" y="793"/>
                    <a:pt x="2534" y="508"/>
                  </a:cubicBezTo>
                  <a:cubicBezTo>
                    <a:pt x="2534" y="254"/>
                    <a:pt x="2312" y="1"/>
                    <a:pt x="20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6028800" y="2127100"/>
              <a:ext cx="53875" cy="25375"/>
            </a:xfrm>
            <a:custGeom>
              <a:avLst/>
              <a:gdLst/>
              <a:ahLst/>
              <a:cxnLst/>
              <a:rect l="l" t="t" r="r" b="b"/>
              <a:pathLst>
                <a:path w="2155" h="1015" extrusionOk="0">
                  <a:moveTo>
                    <a:pt x="507" y="1"/>
                  </a:moveTo>
                  <a:cubicBezTo>
                    <a:pt x="222" y="1"/>
                    <a:pt x="1" y="254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1647" y="1014"/>
                  </a:lnTo>
                  <a:cubicBezTo>
                    <a:pt x="1932" y="1014"/>
                    <a:pt x="2154" y="793"/>
                    <a:pt x="2154" y="508"/>
                  </a:cubicBezTo>
                  <a:cubicBezTo>
                    <a:pt x="2154" y="254"/>
                    <a:pt x="1932" y="1"/>
                    <a:pt x="16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5879175" y="2186500"/>
              <a:ext cx="136200" cy="25350"/>
            </a:xfrm>
            <a:custGeom>
              <a:avLst/>
              <a:gdLst/>
              <a:ahLst/>
              <a:cxnLst/>
              <a:rect l="l" t="t" r="r" b="b"/>
              <a:pathLst>
                <a:path w="5448" h="1014" extrusionOk="0">
                  <a:moveTo>
                    <a:pt x="507" y="0"/>
                  </a:moveTo>
                  <a:cubicBezTo>
                    <a:pt x="222" y="0"/>
                    <a:pt x="0" y="253"/>
                    <a:pt x="0" y="507"/>
                  </a:cubicBezTo>
                  <a:cubicBezTo>
                    <a:pt x="0" y="792"/>
                    <a:pt x="222" y="1014"/>
                    <a:pt x="507" y="1014"/>
                  </a:cubicBezTo>
                  <a:lnTo>
                    <a:pt x="4972" y="1014"/>
                  </a:lnTo>
                  <a:cubicBezTo>
                    <a:pt x="5226" y="1014"/>
                    <a:pt x="5447" y="792"/>
                    <a:pt x="5447" y="507"/>
                  </a:cubicBezTo>
                  <a:cubicBezTo>
                    <a:pt x="5447" y="253"/>
                    <a:pt x="5226" y="0"/>
                    <a:pt x="49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3475475" y="2363050"/>
              <a:ext cx="443400" cy="215375"/>
            </a:xfrm>
            <a:custGeom>
              <a:avLst/>
              <a:gdLst/>
              <a:ahLst/>
              <a:cxnLst/>
              <a:rect l="l" t="t" r="r" b="b"/>
              <a:pathLst>
                <a:path w="17736" h="8615" extrusionOk="0">
                  <a:moveTo>
                    <a:pt x="2756" y="0"/>
                  </a:moveTo>
                  <a:cubicBezTo>
                    <a:pt x="1236" y="0"/>
                    <a:pt x="1" y="1204"/>
                    <a:pt x="1" y="2724"/>
                  </a:cubicBezTo>
                  <a:lnTo>
                    <a:pt x="1" y="5859"/>
                  </a:lnTo>
                  <a:cubicBezTo>
                    <a:pt x="1" y="7379"/>
                    <a:pt x="1236" y="8614"/>
                    <a:pt x="2756" y="8614"/>
                  </a:cubicBezTo>
                  <a:lnTo>
                    <a:pt x="15012" y="8614"/>
                  </a:lnTo>
                  <a:cubicBezTo>
                    <a:pt x="16532" y="8614"/>
                    <a:pt x="17736" y="7379"/>
                    <a:pt x="17736" y="5859"/>
                  </a:cubicBezTo>
                  <a:lnTo>
                    <a:pt x="17736" y="2724"/>
                  </a:lnTo>
                  <a:cubicBezTo>
                    <a:pt x="17736" y="1204"/>
                    <a:pt x="16532" y="0"/>
                    <a:pt x="1501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3568125" y="2419250"/>
              <a:ext cx="64150" cy="25375"/>
            </a:xfrm>
            <a:custGeom>
              <a:avLst/>
              <a:gdLst/>
              <a:ahLst/>
              <a:cxnLst/>
              <a:rect l="l" t="t" r="r" b="b"/>
              <a:pathLst>
                <a:path w="2566" h="1015" extrusionOk="0">
                  <a:moveTo>
                    <a:pt x="507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2"/>
                    <a:pt x="222" y="1014"/>
                    <a:pt x="507" y="1014"/>
                  </a:cubicBezTo>
                  <a:lnTo>
                    <a:pt x="2059" y="1014"/>
                  </a:lnTo>
                  <a:cubicBezTo>
                    <a:pt x="2344" y="1014"/>
                    <a:pt x="2565" y="792"/>
                    <a:pt x="2565" y="507"/>
                  </a:cubicBezTo>
                  <a:cubicBezTo>
                    <a:pt x="2565" y="222"/>
                    <a:pt x="2344" y="1"/>
                    <a:pt x="20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3671050" y="2419250"/>
              <a:ext cx="45925" cy="25375"/>
            </a:xfrm>
            <a:custGeom>
              <a:avLst/>
              <a:gdLst/>
              <a:ahLst/>
              <a:cxnLst/>
              <a:rect l="l" t="t" r="r" b="b"/>
              <a:pathLst>
                <a:path w="1837" h="1015" extrusionOk="0">
                  <a:moveTo>
                    <a:pt x="475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2"/>
                    <a:pt x="222" y="1014"/>
                    <a:pt x="475" y="1014"/>
                  </a:cubicBezTo>
                  <a:lnTo>
                    <a:pt x="1362" y="1014"/>
                  </a:lnTo>
                  <a:cubicBezTo>
                    <a:pt x="1615" y="1014"/>
                    <a:pt x="1837" y="792"/>
                    <a:pt x="1837" y="507"/>
                  </a:cubicBezTo>
                  <a:cubicBezTo>
                    <a:pt x="1837" y="222"/>
                    <a:pt x="1615" y="1"/>
                    <a:pt x="13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3663125" y="2476250"/>
              <a:ext cx="119575" cy="25375"/>
            </a:xfrm>
            <a:custGeom>
              <a:avLst/>
              <a:gdLst/>
              <a:ahLst/>
              <a:cxnLst/>
              <a:rect l="l" t="t" r="r" b="b"/>
              <a:pathLst>
                <a:path w="4783" h="1015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1014"/>
                    <a:pt x="507" y="1014"/>
                  </a:cubicBezTo>
                  <a:lnTo>
                    <a:pt x="4276" y="1014"/>
                  </a:lnTo>
                  <a:cubicBezTo>
                    <a:pt x="4561" y="1014"/>
                    <a:pt x="4782" y="793"/>
                    <a:pt x="4782" y="508"/>
                  </a:cubicBezTo>
                  <a:cubicBezTo>
                    <a:pt x="4782" y="223"/>
                    <a:pt x="4561" y="1"/>
                    <a:pt x="42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3815925" y="2476250"/>
              <a:ext cx="52275" cy="25375"/>
            </a:xfrm>
            <a:custGeom>
              <a:avLst/>
              <a:gdLst/>
              <a:ahLst/>
              <a:cxnLst/>
              <a:rect l="l" t="t" r="r" b="b"/>
              <a:pathLst>
                <a:path w="2091" h="1015" extrusionOk="0">
                  <a:moveTo>
                    <a:pt x="476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1014"/>
                    <a:pt x="476" y="1014"/>
                  </a:cubicBezTo>
                  <a:lnTo>
                    <a:pt x="1584" y="1014"/>
                  </a:lnTo>
                  <a:cubicBezTo>
                    <a:pt x="1869" y="1014"/>
                    <a:pt x="2091" y="793"/>
                    <a:pt x="2091" y="508"/>
                  </a:cubicBezTo>
                  <a:cubicBezTo>
                    <a:pt x="2091" y="223"/>
                    <a:pt x="1869" y="1"/>
                    <a:pt x="15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5309925" y="2437475"/>
              <a:ext cx="1383150" cy="1963475"/>
            </a:xfrm>
            <a:custGeom>
              <a:avLst/>
              <a:gdLst/>
              <a:ahLst/>
              <a:cxnLst/>
              <a:rect l="l" t="t" r="r" b="b"/>
              <a:pathLst>
                <a:path w="55326" h="78539" extrusionOk="0">
                  <a:moveTo>
                    <a:pt x="4339" y="0"/>
                  </a:moveTo>
                  <a:cubicBezTo>
                    <a:pt x="1964" y="0"/>
                    <a:pt x="0" y="1932"/>
                    <a:pt x="0" y="4339"/>
                  </a:cubicBezTo>
                  <a:lnTo>
                    <a:pt x="0" y="74169"/>
                  </a:lnTo>
                  <a:cubicBezTo>
                    <a:pt x="0" y="76576"/>
                    <a:pt x="1964" y="78539"/>
                    <a:pt x="4339" y="78539"/>
                  </a:cubicBezTo>
                  <a:lnTo>
                    <a:pt x="50987" y="78539"/>
                  </a:lnTo>
                  <a:cubicBezTo>
                    <a:pt x="53394" y="78539"/>
                    <a:pt x="55326" y="76576"/>
                    <a:pt x="55326" y="74169"/>
                  </a:cubicBezTo>
                  <a:lnTo>
                    <a:pt x="55326" y="4339"/>
                  </a:lnTo>
                  <a:cubicBezTo>
                    <a:pt x="55326" y="1932"/>
                    <a:pt x="53394" y="0"/>
                    <a:pt x="5098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5408875" y="2618775"/>
              <a:ext cx="1170200" cy="1618300"/>
            </a:xfrm>
            <a:custGeom>
              <a:avLst/>
              <a:gdLst/>
              <a:ahLst/>
              <a:cxnLst/>
              <a:rect l="l" t="t" r="r" b="b"/>
              <a:pathLst>
                <a:path w="46808" h="64732" extrusionOk="0">
                  <a:moveTo>
                    <a:pt x="1" y="0"/>
                  </a:moveTo>
                  <a:lnTo>
                    <a:pt x="1" y="64732"/>
                  </a:lnTo>
                  <a:lnTo>
                    <a:pt x="46808" y="64732"/>
                  </a:lnTo>
                  <a:lnTo>
                    <a:pt x="468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5484100" y="2655975"/>
              <a:ext cx="1052225" cy="1524900"/>
            </a:xfrm>
            <a:custGeom>
              <a:avLst/>
              <a:gdLst/>
              <a:ahLst/>
              <a:cxnLst/>
              <a:rect l="l" t="t" r="r" b="b"/>
              <a:pathLst>
                <a:path w="42089" h="60996" extrusionOk="0">
                  <a:moveTo>
                    <a:pt x="41708" y="317"/>
                  </a:moveTo>
                  <a:lnTo>
                    <a:pt x="41708" y="60647"/>
                  </a:lnTo>
                  <a:lnTo>
                    <a:pt x="349" y="60647"/>
                  </a:lnTo>
                  <a:lnTo>
                    <a:pt x="349" y="317"/>
                  </a:lnTo>
                  <a:close/>
                  <a:moveTo>
                    <a:pt x="0" y="1"/>
                  </a:moveTo>
                  <a:lnTo>
                    <a:pt x="0" y="60995"/>
                  </a:lnTo>
                  <a:lnTo>
                    <a:pt x="42088" y="60995"/>
                  </a:lnTo>
                  <a:lnTo>
                    <a:pt x="4208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" name="Google Shape;78;p13"/>
            <p:cNvSpPr/>
            <p:nvPr/>
          </p:nvSpPr>
          <p:spPr>
            <a:xfrm>
              <a:off x="5488050" y="3919575"/>
              <a:ext cx="1043525" cy="8725"/>
            </a:xfrm>
            <a:custGeom>
              <a:avLst/>
              <a:gdLst/>
              <a:ahLst/>
              <a:cxnLst/>
              <a:rect l="l" t="t" r="r" b="b"/>
              <a:pathLst>
                <a:path w="41741" h="349" extrusionOk="0">
                  <a:moveTo>
                    <a:pt x="1" y="0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" name="Google Shape;79;p13"/>
            <p:cNvSpPr/>
            <p:nvPr/>
          </p:nvSpPr>
          <p:spPr>
            <a:xfrm>
              <a:off x="5488050" y="3667000"/>
              <a:ext cx="1043525" cy="7950"/>
            </a:xfrm>
            <a:custGeom>
              <a:avLst/>
              <a:gdLst/>
              <a:ahLst/>
              <a:cxnLst/>
              <a:rect l="l" t="t" r="r" b="b"/>
              <a:pathLst>
                <a:path w="41741" h="318" extrusionOk="0">
                  <a:moveTo>
                    <a:pt x="1" y="1"/>
                  </a:moveTo>
                  <a:lnTo>
                    <a:pt x="1" y="318"/>
                  </a:lnTo>
                  <a:lnTo>
                    <a:pt x="41740" y="318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0" name="Google Shape;80;p13"/>
            <p:cNvSpPr/>
            <p:nvPr/>
          </p:nvSpPr>
          <p:spPr>
            <a:xfrm>
              <a:off x="5488050" y="3413650"/>
              <a:ext cx="1043525" cy="8750"/>
            </a:xfrm>
            <a:custGeom>
              <a:avLst/>
              <a:gdLst/>
              <a:ahLst/>
              <a:cxnLst/>
              <a:rect l="l" t="t" r="r" b="b"/>
              <a:pathLst>
                <a:path w="41741" h="350" extrusionOk="0">
                  <a:moveTo>
                    <a:pt x="1" y="1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" name="Google Shape;81;p13"/>
            <p:cNvSpPr/>
            <p:nvPr/>
          </p:nvSpPr>
          <p:spPr>
            <a:xfrm>
              <a:off x="5488050" y="3161100"/>
              <a:ext cx="1043525" cy="8725"/>
            </a:xfrm>
            <a:custGeom>
              <a:avLst/>
              <a:gdLst/>
              <a:ahLst/>
              <a:cxnLst/>
              <a:rect l="l" t="t" r="r" b="b"/>
              <a:pathLst>
                <a:path w="41741" h="349" extrusionOk="0">
                  <a:moveTo>
                    <a:pt x="1" y="1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" name="Google Shape;82;p13"/>
            <p:cNvSpPr/>
            <p:nvPr/>
          </p:nvSpPr>
          <p:spPr>
            <a:xfrm>
              <a:off x="5488050" y="2908550"/>
              <a:ext cx="1043525" cy="7925"/>
            </a:xfrm>
            <a:custGeom>
              <a:avLst/>
              <a:gdLst/>
              <a:ahLst/>
              <a:cxnLst/>
              <a:rect l="l" t="t" r="r" b="b"/>
              <a:pathLst>
                <a:path w="41741" h="317" extrusionOk="0">
                  <a:moveTo>
                    <a:pt x="1" y="0"/>
                  </a:moveTo>
                  <a:lnTo>
                    <a:pt x="1" y="317"/>
                  </a:lnTo>
                  <a:lnTo>
                    <a:pt x="41740" y="317"/>
                  </a:lnTo>
                  <a:lnTo>
                    <a:pt x="417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6353400" y="2659950"/>
              <a:ext cx="8750" cy="1516950"/>
            </a:xfrm>
            <a:custGeom>
              <a:avLst/>
              <a:gdLst/>
              <a:ahLst/>
              <a:cxnLst/>
              <a:rect l="l" t="t" r="r" b="b"/>
              <a:pathLst>
                <a:path w="350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6179225" y="2659950"/>
              <a:ext cx="9525" cy="1516950"/>
            </a:xfrm>
            <a:custGeom>
              <a:avLst/>
              <a:gdLst/>
              <a:ahLst/>
              <a:cxnLst/>
              <a:rect l="l" t="t" r="r" b="b"/>
              <a:pathLst>
                <a:path w="381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81" y="60678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6005850" y="2659950"/>
              <a:ext cx="8725" cy="1516950"/>
            </a:xfrm>
            <a:custGeom>
              <a:avLst/>
              <a:gdLst/>
              <a:ahLst/>
              <a:cxnLst/>
              <a:rect l="l" t="t" r="r" b="b"/>
              <a:pathLst>
                <a:path w="349" h="60678" extrusionOk="0">
                  <a:moveTo>
                    <a:pt x="0" y="0"/>
                  </a:moveTo>
                  <a:lnTo>
                    <a:pt x="0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5831650" y="2659950"/>
              <a:ext cx="8750" cy="1516950"/>
            </a:xfrm>
            <a:custGeom>
              <a:avLst/>
              <a:gdLst/>
              <a:ahLst/>
              <a:cxnLst/>
              <a:rect l="l" t="t" r="r" b="b"/>
              <a:pathLst>
                <a:path w="350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5657475" y="2659950"/>
              <a:ext cx="9525" cy="1516950"/>
            </a:xfrm>
            <a:custGeom>
              <a:avLst/>
              <a:gdLst/>
              <a:ahLst/>
              <a:cxnLst/>
              <a:rect l="l" t="t" r="r" b="b"/>
              <a:pathLst>
                <a:path w="381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81" y="60678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5665400" y="3611600"/>
              <a:ext cx="104525" cy="212200"/>
            </a:xfrm>
            <a:custGeom>
              <a:avLst/>
              <a:gdLst/>
              <a:ahLst/>
              <a:cxnLst/>
              <a:rect l="l" t="t" r="r" b="b"/>
              <a:pathLst>
                <a:path w="4181" h="8488" extrusionOk="0">
                  <a:moveTo>
                    <a:pt x="0" y="0"/>
                  </a:moveTo>
                  <a:lnTo>
                    <a:pt x="0" y="8487"/>
                  </a:lnTo>
                  <a:lnTo>
                    <a:pt x="4181" y="8487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5814250" y="3442950"/>
              <a:ext cx="104525" cy="380850"/>
            </a:xfrm>
            <a:custGeom>
              <a:avLst/>
              <a:gdLst/>
              <a:ahLst/>
              <a:cxnLst/>
              <a:rect l="l" t="t" r="r" b="b"/>
              <a:pathLst>
                <a:path w="4181" h="15234" extrusionOk="0">
                  <a:moveTo>
                    <a:pt x="0" y="1"/>
                  </a:moveTo>
                  <a:lnTo>
                    <a:pt x="0" y="15233"/>
                  </a:lnTo>
                  <a:lnTo>
                    <a:pt x="4181" y="15233"/>
                  </a:lnTo>
                  <a:lnTo>
                    <a:pt x="418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5962300" y="3735900"/>
              <a:ext cx="104525" cy="87900"/>
            </a:xfrm>
            <a:custGeom>
              <a:avLst/>
              <a:gdLst/>
              <a:ahLst/>
              <a:cxnLst/>
              <a:rect l="l" t="t" r="r" b="b"/>
              <a:pathLst>
                <a:path w="4181" h="3516" extrusionOk="0">
                  <a:moveTo>
                    <a:pt x="0" y="0"/>
                  </a:moveTo>
                  <a:lnTo>
                    <a:pt x="0" y="3515"/>
                  </a:lnTo>
                  <a:lnTo>
                    <a:pt x="4181" y="3515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6110350" y="3544300"/>
              <a:ext cx="104525" cy="279500"/>
            </a:xfrm>
            <a:custGeom>
              <a:avLst/>
              <a:gdLst/>
              <a:ahLst/>
              <a:cxnLst/>
              <a:rect l="l" t="t" r="r" b="b"/>
              <a:pathLst>
                <a:path w="4181" h="11180" extrusionOk="0">
                  <a:moveTo>
                    <a:pt x="0" y="0"/>
                  </a:moveTo>
                  <a:lnTo>
                    <a:pt x="0" y="11179"/>
                  </a:lnTo>
                  <a:lnTo>
                    <a:pt x="4181" y="11179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2" name="Google Shape;92;p13"/>
            <p:cNvSpPr/>
            <p:nvPr/>
          </p:nvSpPr>
          <p:spPr>
            <a:xfrm>
              <a:off x="6259200" y="3648800"/>
              <a:ext cx="104525" cy="175000"/>
            </a:xfrm>
            <a:custGeom>
              <a:avLst/>
              <a:gdLst/>
              <a:ahLst/>
              <a:cxnLst/>
              <a:rect l="l" t="t" r="r" b="b"/>
              <a:pathLst>
                <a:path w="4181" h="7000" extrusionOk="0">
                  <a:moveTo>
                    <a:pt x="0" y="1"/>
                  </a:moveTo>
                  <a:lnTo>
                    <a:pt x="0" y="6999"/>
                  </a:lnTo>
                  <a:lnTo>
                    <a:pt x="4181" y="6999"/>
                  </a:lnTo>
                  <a:lnTo>
                    <a:pt x="418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6089775" y="3891850"/>
              <a:ext cx="138575" cy="24575"/>
            </a:xfrm>
            <a:custGeom>
              <a:avLst/>
              <a:gdLst/>
              <a:ahLst/>
              <a:cxnLst/>
              <a:rect l="l" t="t" r="r" b="b"/>
              <a:pathLst>
                <a:path w="5543" h="983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5035" y="983"/>
                  </a:lnTo>
                  <a:cubicBezTo>
                    <a:pt x="5289" y="983"/>
                    <a:pt x="5542" y="761"/>
                    <a:pt x="5542" y="508"/>
                  </a:cubicBezTo>
                  <a:cubicBezTo>
                    <a:pt x="5542" y="223"/>
                    <a:pt x="5289" y="1"/>
                    <a:pt x="503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6324125" y="3891850"/>
              <a:ext cx="53050" cy="24575"/>
            </a:xfrm>
            <a:custGeom>
              <a:avLst/>
              <a:gdLst/>
              <a:ahLst/>
              <a:cxnLst/>
              <a:rect l="l" t="t" r="r" b="b"/>
              <a:pathLst>
                <a:path w="2122" h="983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1615" y="983"/>
                  </a:lnTo>
                  <a:cubicBezTo>
                    <a:pt x="1900" y="983"/>
                    <a:pt x="2122" y="761"/>
                    <a:pt x="2122" y="508"/>
                  </a:cubicBezTo>
                  <a:cubicBezTo>
                    <a:pt x="2122" y="223"/>
                    <a:pt x="1900" y="1"/>
                    <a:pt x="161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6146775" y="3936200"/>
              <a:ext cx="60200" cy="25350"/>
            </a:xfrm>
            <a:custGeom>
              <a:avLst/>
              <a:gdLst/>
              <a:ahLst/>
              <a:cxnLst/>
              <a:rect l="l" t="t" r="r" b="b"/>
              <a:pathLst>
                <a:path w="2408" h="1014" extrusionOk="0">
                  <a:moveTo>
                    <a:pt x="475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92"/>
                    <a:pt x="222" y="1014"/>
                    <a:pt x="475" y="1014"/>
                  </a:cubicBezTo>
                  <a:lnTo>
                    <a:pt x="1900" y="1014"/>
                  </a:lnTo>
                  <a:cubicBezTo>
                    <a:pt x="2185" y="1014"/>
                    <a:pt x="2407" y="792"/>
                    <a:pt x="2407" y="507"/>
                  </a:cubicBezTo>
                  <a:cubicBezTo>
                    <a:pt x="2407" y="222"/>
                    <a:pt x="2185" y="0"/>
                    <a:pt x="190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6243350" y="3936200"/>
              <a:ext cx="106125" cy="25350"/>
            </a:xfrm>
            <a:custGeom>
              <a:avLst/>
              <a:gdLst/>
              <a:ahLst/>
              <a:cxnLst/>
              <a:rect l="l" t="t" r="r" b="b"/>
              <a:pathLst>
                <a:path w="4245" h="1014" extrusionOk="0">
                  <a:moveTo>
                    <a:pt x="508" y="0"/>
                  </a:moveTo>
                  <a:cubicBezTo>
                    <a:pt x="223" y="0"/>
                    <a:pt x="1" y="222"/>
                    <a:pt x="1" y="507"/>
                  </a:cubicBezTo>
                  <a:cubicBezTo>
                    <a:pt x="1" y="792"/>
                    <a:pt x="223" y="1014"/>
                    <a:pt x="508" y="1014"/>
                  </a:cubicBezTo>
                  <a:lnTo>
                    <a:pt x="3738" y="1014"/>
                  </a:lnTo>
                  <a:cubicBezTo>
                    <a:pt x="3991" y="1014"/>
                    <a:pt x="4245" y="792"/>
                    <a:pt x="4245" y="507"/>
                  </a:cubicBezTo>
                  <a:cubicBezTo>
                    <a:pt x="4245" y="222"/>
                    <a:pt x="4023" y="0"/>
                    <a:pt x="373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7" name="Google Shape;97;p13"/>
            <p:cNvSpPr/>
            <p:nvPr/>
          </p:nvSpPr>
          <p:spPr>
            <a:xfrm>
              <a:off x="6271850" y="3225225"/>
              <a:ext cx="137800" cy="25375"/>
            </a:xfrm>
            <a:custGeom>
              <a:avLst/>
              <a:gdLst/>
              <a:ahLst/>
              <a:cxnLst/>
              <a:rect l="l" t="t" r="r" b="b"/>
              <a:pathLst>
                <a:path w="5512" h="1015" extrusionOk="0">
                  <a:moveTo>
                    <a:pt x="508" y="1"/>
                  </a:moveTo>
                  <a:cubicBezTo>
                    <a:pt x="223" y="1"/>
                    <a:pt x="1" y="254"/>
                    <a:pt x="1" y="507"/>
                  </a:cubicBezTo>
                  <a:cubicBezTo>
                    <a:pt x="1" y="792"/>
                    <a:pt x="223" y="1014"/>
                    <a:pt x="508" y="1014"/>
                  </a:cubicBezTo>
                  <a:lnTo>
                    <a:pt x="5005" y="1014"/>
                  </a:lnTo>
                  <a:cubicBezTo>
                    <a:pt x="5290" y="1014"/>
                    <a:pt x="5511" y="792"/>
                    <a:pt x="5511" y="507"/>
                  </a:cubicBezTo>
                  <a:cubicBezTo>
                    <a:pt x="5511" y="254"/>
                    <a:pt x="5290" y="1"/>
                    <a:pt x="500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6328075" y="3270350"/>
              <a:ext cx="60975" cy="25375"/>
            </a:xfrm>
            <a:custGeom>
              <a:avLst/>
              <a:gdLst/>
              <a:ahLst/>
              <a:cxnLst/>
              <a:rect l="l" t="t" r="r" b="b"/>
              <a:pathLst>
                <a:path w="2439" h="1015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1932" y="1014"/>
                  </a:lnTo>
                  <a:cubicBezTo>
                    <a:pt x="2186" y="1014"/>
                    <a:pt x="2439" y="793"/>
                    <a:pt x="2439" y="508"/>
                  </a:cubicBezTo>
                  <a:cubicBezTo>
                    <a:pt x="2439" y="223"/>
                    <a:pt x="2186" y="1"/>
                    <a:pt x="193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5649575" y="3891850"/>
              <a:ext cx="113225" cy="24575"/>
            </a:xfrm>
            <a:custGeom>
              <a:avLst/>
              <a:gdLst/>
              <a:ahLst/>
              <a:cxnLst/>
              <a:rect l="l" t="t" r="r" b="b"/>
              <a:pathLst>
                <a:path w="4529" h="983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4022" y="983"/>
                  </a:lnTo>
                  <a:cubicBezTo>
                    <a:pt x="4307" y="983"/>
                    <a:pt x="4529" y="761"/>
                    <a:pt x="4529" y="508"/>
                  </a:cubicBezTo>
                  <a:cubicBezTo>
                    <a:pt x="4529" y="223"/>
                    <a:pt x="4307" y="1"/>
                    <a:pt x="402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5794450" y="3891850"/>
              <a:ext cx="58625" cy="24575"/>
            </a:xfrm>
            <a:custGeom>
              <a:avLst/>
              <a:gdLst/>
              <a:ahLst/>
              <a:cxnLst/>
              <a:rect l="l" t="t" r="r" b="b"/>
              <a:pathLst>
                <a:path w="2345" h="983" extrusionOk="0">
                  <a:moveTo>
                    <a:pt x="507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983"/>
                    <a:pt x="507" y="983"/>
                  </a:cubicBezTo>
                  <a:lnTo>
                    <a:pt x="1837" y="983"/>
                  </a:lnTo>
                  <a:cubicBezTo>
                    <a:pt x="2122" y="983"/>
                    <a:pt x="2344" y="761"/>
                    <a:pt x="2344" y="508"/>
                  </a:cubicBezTo>
                  <a:cubicBezTo>
                    <a:pt x="2344" y="223"/>
                    <a:pt x="2122" y="1"/>
                    <a:pt x="183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5746150" y="3936200"/>
              <a:ext cx="121950" cy="25350"/>
            </a:xfrm>
            <a:custGeom>
              <a:avLst/>
              <a:gdLst/>
              <a:ahLst/>
              <a:cxnLst/>
              <a:rect l="l" t="t" r="r" b="b"/>
              <a:pathLst>
                <a:path w="4878" h="1014" extrusionOk="0">
                  <a:moveTo>
                    <a:pt x="476" y="0"/>
                  </a:moveTo>
                  <a:cubicBezTo>
                    <a:pt x="222" y="0"/>
                    <a:pt x="1" y="222"/>
                    <a:pt x="1" y="507"/>
                  </a:cubicBezTo>
                  <a:cubicBezTo>
                    <a:pt x="1" y="792"/>
                    <a:pt x="222" y="1014"/>
                    <a:pt x="476" y="1014"/>
                  </a:cubicBezTo>
                  <a:lnTo>
                    <a:pt x="4403" y="1014"/>
                  </a:lnTo>
                  <a:cubicBezTo>
                    <a:pt x="4656" y="1014"/>
                    <a:pt x="4878" y="792"/>
                    <a:pt x="4878" y="507"/>
                  </a:cubicBezTo>
                  <a:cubicBezTo>
                    <a:pt x="4878" y="222"/>
                    <a:pt x="4656" y="0"/>
                    <a:pt x="440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" name="Google Shape;102;p13"/>
            <p:cNvSpPr/>
            <p:nvPr/>
          </p:nvSpPr>
          <p:spPr>
            <a:xfrm>
              <a:off x="5552175" y="2762075"/>
              <a:ext cx="113250" cy="24575"/>
            </a:xfrm>
            <a:custGeom>
              <a:avLst/>
              <a:gdLst/>
              <a:ahLst/>
              <a:cxnLst/>
              <a:rect l="l" t="t" r="r" b="b"/>
              <a:pathLst>
                <a:path w="4530" h="983" extrusionOk="0">
                  <a:moveTo>
                    <a:pt x="507" y="0"/>
                  </a:moveTo>
                  <a:cubicBezTo>
                    <a:pt x="222" y="0"/>
                    <a:pt x="1" y="222"/>
                    <a:pt x="1" y="475"/>
                  </a:cubicBezTo>
                  <a:cubicBezTo>
                    <a:pt x="1" y="760"/>
                    <a:pt x="222" y="982"/>
                    <a:pt x="507" y="982"/>
                  </a:cubicBezTo>
                  <a:lnTo>
                    <a:pt x="4023" y="982"/>
                  </a:lnTo>
                  <a:cubicBezTo>
                    <a:pt x="4276" y="982"/>
                    <a:pt x="4529" y="760"/>
                    <a:pt x="4529" y="475"/>
                  </a:cubicBezTo>
                  <a:cubicBezTo>
                    <a:pt x="4529" y="222"/>
                    <a:pt x="4276" y="0"/>
                    <a:pt x="402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5697075" y="2762075"/>
              <a:ext cx="58600" cy="24575"/>
            </a:xfrm>
            <a:custGeom>
              <a:avLst/>
              <a:gdLst/>
              <a:ahLst/>
              <a:cxnLst/>
              <a:rect l="l" t="t" r="r" b="b"/>
              <a:pathLst>
                <a:path w="2344" h="983" extrusionOk="0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1837" y="982"/>
                  </a:lnTo>
                  <a:cubicBezTo>
                    <a:pt x="2122" y="982"/>
                    <a:pt x="2344" y="760"/>
                    <a:pt x="2344" y="475"/>
                  </a:cubicBezTo>
                  <a:cubicBezTo>
                    <a:pt x="2344" y="222"/>
                    <a:pt x="2122" y="0"/>
                    <a:pt x="183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4" name="Google Shape;104;p13"/>
            <p:cNvSpPr/>
            <p:nvPr/>
          </p:nvSpPr>
          <p:spPr>
            <a:xfrm>
              <a:off x="5647975" y="2806400"/>
              <a:ext cx="122750" cy="25375"/>
            </a:xfrm>
            <a:custGeom>
              <a:avLst/>
              <a:gdLst/>
              <a:ahLst/>
              <a:cxnLst/>
              <a:rect l="l" t="t" r="r" b="b"/>
              <a:pathLst>
                <a:path w="4910" h="1015" extrusionOk="0">
                  <a:moveTo>
                    <a:pt x="507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1014"/>
                    <a:pt x="507" y="1014"/>
                  </a:cubicBezTo>
                  <a:lnTo>
                    <a:pt x="4403" y="1014"/>
                  </a:lnTo>
                  <a:cubicBezTo>
                    <a:pt x="4688" y="1014"/>
                    <a:pt x="4909" y="793"/>
                    <a:pt x="4909" y="508"/>
                  </a:cubicBezTo>
                  <a:cubicBezTo>
                    <a:pt x="4909" y="223"/>
                    <a:pt x="4688" y="1"/>
                    <a:pt x="440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5" name="Google Shape;105;p13"/>
            <p:cNvSpPr/>
            <p:nvPr/>
          </p:nvSpPr>
          <p:spPr>
            <a:xfrm>
              <a:off x="5753275" y="2773150"/>
              <a:ext cx="547125" cy="547100"/>
            </a:xfrm>
            <a:custGeom>
              <a:avLst/>
              <a:gdLst/>
              <a:ahLst/>
              <a:cxnLst/>
              <a:rect l="l" t="t" r="r" b="b"/>
              <a:pathLst>
                <a:path w="21885" h="21884" extrusionOk="0">
                  <a:moveTo>
                    <a:pt x="10927" y="983"/>
                  </a:moveTo>
                  <a:cubicBezTo>
                    <a:pt x="16437" y="983"/>
                    <a:pt x="20902" y="5448"/>
                    <a:pt x="20871" y="10927"/>
                  </a:cubicBezTo>
                  <a:cubicBezTo>
                    <a:pt x="20871" y="16437"/>
                    <a:pt x="16437" y="20902"/>
                    <a:pt x="10927" y="20902"/>
                  </a:cubicBezTo>
                  <a:cubicBezTo>
                    <a:pt x="5448" y="20902"/>
                    <a:pt x="982" y="16437"/>
                    <a:pt x="982" y="10927"/>
                  </a:cubicBezTo>
                  <a:cubicBezTo>
                    <a:pt x="982" y="5448"/>
                    <a:pt x="5448" y="983"/>
                    <a:pt x="10927" y="983"/>
                  </a:cubicBezTo>
                  <a:close/>
                  <a:moveTo>
                    <a:pt x="10927" y="1"/>
                  </a:moveTo>
                  <a:cubicBezTo>
                    <a:pt x="4909" y="1"/>
                    <a:pt x="1" y="4909"/>
                    <a:pt x="1" y="10958"/>
                  </a:cubicBezTo>
                  <a:cubicBezTo>
                    <a:pt x="1" y="16975"/>
                    <a:pt x="4909" y="21884"/>
                    <a:pt x="10927" y="21884"/>
                  </a:cubicBezTo>
                  <a:cubicBezTo>
                    <a:pt x="16975" y="21884"/>
                    <a:pt x="21884" y="16975"/>
                    <a:pt x="21884" y="10958"/>
                  </a:cubicBezTo>
                  <a:cubicBezTo>
                    <a:pt x="21884" y="4909"/>
                    <a:pt x="16975" y="1"/>
                    <a:pt x="109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6" name="Google Shape;106;p13"/>
            <p:cNvSpPr/>
            <p:nvPr/>
          </p:nvSpPr>
          <p:spPr>
            <a:xfrm>
              <a:off x="6012975" y="2804200"/>
              <a:ext cx="202700" cy="448775"/>
            </a:xfrm>
            <a:custGeom>
              <a:avLst/>
              <a:gdLst/>
              <a:ahLst/>
              <a:cxnLst/>
              <a:rect l="l" t="t" r="r" b="b"/>
              <a:pathLst>
                <a:path w="8108" h="17951" extrusionOk="0">
                  <a:moveTo>
                    <a:pt x="5510" y="0"/>
                  </a:moveTo>
                  <a:cubicBezTo>
                    <a:pt x="5335" y="0"/>
                    <a:pt x="5155" y="93"/>
                    <a:pt x="5067" y="247"/>
                  </a:cubicBezTo>
                  <a:lnTo>
                    <a:pt x="95" y="9463"/>
                  </a:lnTo>
                  <a:cubicBezTo>
                    <a:pt x="0" y="9653"/>
                    <a:pt x="32" y="9875"/>
                    <a:pt x="190" y="10033"/>
                  </a:cubicBezTo>
                  <a:lnTo>
                    <a:pt x="7189" y="17792"/>
                  </a:lnTo>
                  <a:cubicBezTo>
                    <a:pt x="7284" y="17887"/>
                    <a:pt x="7411" y="17950"/>
                    <a:pt x="7569" y="17950"/>
                  </a:cubicBezTo>
                  <a:cubicBezTo>
                    <a:pt x="7664" y="17950"/>
                    <a:pt x="7791" y="17918"/>
                    <a:pt x="7886" y="17823"/>
                  </a:cubicBezTo>
                  <a:cubicBezTo>
                    <a:pt x="8107" y="17633"/>
                    <a:pt x="8107" y="17317"/>
                    <a:pt x="7917" y="17127"/>
                  </a:cubicBezTo>
                  <a:lnTo>
                    <a:pt x="1172" y="9621"/>
                  </a:lnTo>
                  <a:lnTo>
                    <a:pt x="5954" y="722"/>
                  </a:lnTo>
                  <a:cubicBezTo>
                    <a:pt x="6081" y="501"/>
                    <a:pt x="5986" y="184"/>
                    <a:pt x="5732" y="57"/>
                  </a:cubicBezTo>
                  <a:cubicBezTo>
                    <a:pt x="5665" y="18"/>
                    <a:pt x="5588" y="0"/>
                    <a:pt x="551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7" name="Google Shape;107;p13"/>
            <p:cNvSpPr/>
            <p:nvPr/>
          </p:nvSpPr>
          <p:spPr>
            <a:xfrm>
              <a:off x="5752500" y="3033625"/>
              <a:ext cx="287400" cy="38025"/>
            </a:xfrm>
            <a:custGeom>
              <a:avLst/>
              <a:gdLst/>
              <a:ahLst/>
              <a:cxnLst/>
              <a:rect l="l" t="t" r="r" b="b"/>
              <a:pathLst>
                <a:path w="11496" h="1521" extrusionOk="0">
                  <a:moveTo>
                    <a:pt x="10958" y="1"/>
                  </a:moveTo>
                  <a:lnTo>
                    <a:pt x="507" y="508"/>
                  </a:lnTo>
                  <a:cubicBezTo>
                    <a:pt x="222" y="539"/>
                    <a:pt x="0" y="761"/>
                    <a:pt x="32" y="1046"/>
                  </a:cubicBezTo>
                  <a:cubicBezTo>
                    <a:pt x="32" y="1331"/>
                    <a:pt x="253" y="1521"/>
                    <a:pt x="507" y="1521"/>
                  </a:cubicBezTo>
                  <a:lnTo>
                    <a:pt x="538" y="1521"/>
                  </a:lnTo>
                  <a:lnTo>
                    <a:pt x="10989" y="1014"/>
                  </a:lnTo>
                  <a:cubicBezTo>
                    <a:pt x="11274" y="1014"/>
                    <a:pt x="11496" y="761"/>
                    <a:pt x="11464" y="476"/>
                  </a:cubicBezTo>
                  <a:cubicBezTo>
                    <a:pt x="11464" y="223"/>
                    <a:pt x="11211" y="1"/>
                    <a:pt x="1095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8" name="Google Shape;108;p13"/>
            <p:cNvSpPr/>
            <p:nvPr/>
          </p:nvSpPr>
          <p:spPr>
            <a:xfrm>
              <a:off x="5476175" y="4097700"/>
              <a:ext cx="1068075" cy="25375"/>
            </a:xfrm>
            <a:custGeom>
              <a:avLst/>
              <a:gdLst/>
              <a:ahLst/>
              <a:cxnLst/>
              <a:rect l="l" t="t" r="r" b="b"/>
              <a:pathLst>
                <a:path w="42723" h="1015" extrusionOk="0">
                  <a:moveTo>
                    <a:pt x="476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93"/>
                    <a:pt x="222" y="1014"/>
                    <a:pt x="476" y="1014"/>
                  </a:cubicBezTo>
                  <a:lnTo>
                    <a:pt x="42215" y="1014"/>
                  </a:lnTo>
                  <a:cubicBezTo>
                    <a:pt x="42500" y="1014"/>
                    <a:pt x="42722" y="793"/>
                    <a:pt x="42722" y="508"/>
                  </a:cubicBezTo>
                  <a:cubicBezTo>
                    <a:pt x="42722" y="223"/>
                    <a:pt x="42500" y="1"/>
                    <a:pt x="4221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9" name="Google Shape;109;p13"/>
            <p:cNvSpPr/>
            <p:nvPr/>
          </p:nvSpPr>
          <p:spPr>
            <a:xfrm>
              <a:off x="6432575" y="2697950"/>
              <a:ext cx="70500" cy="69700"/>
            </a:xfrm>
            <a:custGeom>
              <a:avLst/>
              <a:gdLst/>
              <a:ahLst/>
              <a:cxnLst/>
              <a:rect l="l" t="t" r="r" b="b"/>
              <a:pathLst>
                <a:path w="2820" h="2788" extrusionOk="0">
                  <a:moveTo>
                    <a:pt x="2154" y="665"/>
                  </a:moveTo>
                  <a:lnTo>
                    <a:pt x="2154" y="2122"/>
                  </a:lnTo>
                  <a:lnTo>
                    <a:pt x="666" y="2122"/>
                  </a:lnTo>
                  <a:lnTo>
                    <a:pt x="666" y="665"/>
                  </a:lnTo>
                  <a:close/>
                  <a:moveTo>
                    <a:pt x="349" y="0"/>
                  </a:moveTo>
                  <a:cubicBezTo>
                    <a:pt x="159" y="0"/>
                    <a:pt x="1" y="127"/>
                    <a:pt x="1" y="317"/>
                  </a:cubicBezTo>
                  <a:lnTo>
                    <a:pt x="1" y="2470"/>
                  </a:lnTo>
                  <a:cubicBezTo>
                    <a:pt x="1" y="2629"/>
                    <a:pt x="159" y="2787"/>
                    <a:pt x="349" y="2787"/>
                  </a:cubicBezTo>
                  <a:lnTo>
                    <a:pt x="2471" y="2787"/>
                  </a:lnTo>
                  <a:cubicBezTo>
                    <a:pt x="2661" y="2787"/>
                    <a:pt x="2819" y="2629"/>
                    <a:pt x="2819" y="2470"/>
                  </a:cubicBezTo>
                  <a:lnTo>
                    <a:pt x="2819" y="317"/>
                  </a:lnTo>
                  <a:cubicBezTo>
                    <a:pt x="2819" y="127"/>
                    <a:pt x="2661" y="0"/>
                    <a:pt x="247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0" name="Google Shape;110;p13"/>
            <p:cNvSpPr/>
            <p:nvPr/>
          </p:nvSpPr>
          <p:spPr>
            <a:xfrm>
              <a:off x="5565650" y="3215725"/>
              <a:ext cx="68100" cy="68125"/>
            </a:xfrm>
            <a:custGeom>
              <a:avLst/>
              <a:gdLst/>
              <a:ahLst/>
              <a:cxnLst/>
              <a:rect l="l" t="t" r="r" b="b"/>
              <a:pathLst>
                <a:path w="2724" h="2725" extrusionOk="0">
                  <a:moveTo>
                    <a:pt x="2027" y="666"/>
                  </a:moveTo>
                  <a:lnTo>
                    <a:pt x="2027" y="2059"/>
                  </a:lnTo>
                  <a:lnTo>
                    <a:pt x="665" y="2059"/>
                  </a:lnTo>
                  <a:lnTo>
                    <a:pt x="665" y="666"/>
                  </a:lnTo>
                  <a:close/>
                  <a:moveTo>
                    <a:pt x="317" y="1"/>
                  </a:moveTo>
                  <a:cubicBezTo>
                    <a:pt x="127" y="1"/>
                    <a:pt x="0" y="159"/>
                    <a:pt x="0" y="349"/>
                  </a:cubicBezTo>
                  <a:lnTo>
                    <a:pt x="0" y="2408"/>
                  </a:lnTo>
                  <a:cubicBezTo>
                    <a:pt x="0" y="2566"/>
                    <a:pt x="127" y="2724"/>
                    <a:pt x="317" y="2724"/>
                  </a:cubicBezTo>
                  <a:lnTo>
                    <a:pt x="2375" y="2724"/>
                  </a:lnTo>
                  <a:cubicBezTo>
                    <a:pt x="2565" y="2724"/>
                    <a:pt x="2724" y="2566"/>
                    <a:pt x="2692" y="2408"/>
                  </a:cubicBezTo>
                  <a:lnTo>
                    <a:pt x="2692" y="349"/>
                  </a:lnTo>
                  <a:cubicBezTo>
                    <a:pt x="2692" y="159"/>
                    <a:pt x="2565" y="1"/>
                    <a:pt x="237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1" name="Google Shape;111;p13"/>
            <p:cNvSpPr/>
            <p:nvPr/>
          </p:nvSpPr>
          <p:spPr>
            <a:xfrm>
              <a:off x="6265525" y="3410500"/>
              <a:ext cx="182125" cy="75225"/>
            </a:xfrm>
            <a:custGeom>
              <a:avLst/>
              <a:gdLst/>
              <a:ahLst/>
              <a:cxnLst/>
              <a:rect l="l" t="t" r="r" b="b"/>
              <a:pathLst>
                <a:path w="7285" h="3009" extrusionOk="0">
                  <a:moveTo>
                    <a:pt x="6619" y="665"/>
                  </a:moveTo>
                  <a:lnTo>
                    <a:pt x="6619" y="2344"/>
                  </a:lnTo>
                  <a:lnTo>
                    <a:pt x="666" y="2344"/>
                  </a:lnTo>
                  <a:lnTo>
                    <a:pt x="666" y="665"/>
                  </a:lnTo>
                  <a:close/>
                  <a:moveTo>
                    <a:pt x="349" y="0"/>
                  </a:moveTo>
                  <a:cubicBezTo>
                    <a:pt x="159" y="0"/>
                    <a:pt x="1" y="159"/>
                    <a:pt x="1" y="349"/>
                  </a:cubicBezTo>
                  <a:lnTo>
                    <a:pt x="1" y="2660"/>
                  </a:lnTo>
                  <a:cubicBezTo>
                    <a:pt x="1" y="2850"/>
                    <a:pt x="159" y="3009"/>
                    <a:pt x="349" y="3009"/>
                  </a:cubicBezTo>
                  <a:lnTo>
                    <a:pt x="6936" y="3009"/>
                  </a:lnTo>
                  <a:cubicBezTo>
                    <a:pt x="7126" y="3009"/>
                    <a:pt x="7285" y="2850"/>
                    <a:pt x="7285" y="2660"/>
                  </a:cubicBezTo>
                  <a:lnTo>
                    <a:pt x="7285" y="349"/>
                  </a:lnTo>
                  <a:cubicBezTo>
                    <a:pt x="7285" y="159"/>
                    <a:pt x="7126" y="0"/>
                    <a:pt x="693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2" name="Google Shape;112;p13"/>
            <p:cNvSpPr/>
            <p:nvPr/>
          </p:nvSpPr>
          <p:spPr>
            <a:xfrm>
              <a:off x="5517350" y="4004275"/>
              <a:ext cx="148875" cy="74450"/>
            </a:xfrm>
            <a:custGeom>
              <a:avLst/>
              <a:gdLst/>
              <a:ahLst/>
              <a:cxnLst/>
              <a:rect l="l" t="t" r="r" b="b"/>
              <a:pathLst>
                <a:path w="5955" h="2978" extrusionOk="0">
                  <a:moveTo>
                    <a:pt x="5289" y="666"/>
                  </a:moveTo>
                  <a:lnTo>
                    <a:pt x="5289" y="2313"/>
                  </a:lnTo>
                  <a:lnTo>
                    <a:pt x="665" y="2313"/>
                  </a:lnTo>
                  <a:lnTo>
                    <a:pt x="665" y="666"/>
                  </a:lnTo>
                  <a:close/>
                  <a:moveTo>
                    <a:pt x="349" y="1"/>
                  </a:moveTo>
                  <a:cubicBezTo>
                    <a:pt x="159" y="1"/>
                    <a:pt x="0" y="128"/>
                    <a:pt x="0" y="318"/>
                  </a:cubicBezTo>
                  <a:lnTo>
                    <a:pt x="0" y="2629"/>
                  </a:lnTo>
                  <a:cubicBezTo>
                    <a:pt x="0" y="2819"/>
                    <a:pt x="159" y="2978"/>
                    <a:pt x="349" y="2978"/>
                  </a:cubicBezTo>
                  <a:lnTo>
                    <a:pt x="5606" y="2978"/>
                  </a:lnTo>
                  <a:cubicBezTo>
                    <a:pt x="5796" y="2978"/>
                    <a:pt x="5954" y="2819"/>
                    <a:pt x="5954" y="2629"/>
                  </a:cubicBezTo>
                  <a:lnTo>
                    <a:pt x="5954" y="318"/>
                  </a:lnTo>
                  <a:cubicBezTo>
                    <a:pt x="5954" y="128"/>
                    <a:pt x="5796" y="1"/>
                    <a:pt x="560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3" name="Google Shape;113;p13"/>
            <p:cNvSpPr/>
            <p:nvPr/>
          </p:nvSpPr>
          <p:spPr>
            <a:xfrm>
              <a:off x="5697850" y="4004275"/>
              <a:ext cx="87125" cy="74450"/>
            </a:xfrm>
            <a:custGeom>
              <a:avLst/>
              <a:gdLst/>
              <a:ahLst/>
              <a:cxnLst/>
              <a:rect l="l" t="t" r="r" b="b"/>
              <a:pathLst>
                <a:path w="3485" h="2978" extrusionOk="0">
                  <a:moveTo>
                    <a:pt x="2819" y="666"/>
                  </a:moveTo>
                  <a:lnTo>
                    <a:pt x="2819" y="2313"/>
                  </a:lnTo>
                  <a:lnTo>
                    <a:pt x="666" y="2313"/>
                  </a:lnTo>
                  <a:lnTo>
                    <a:pt x="666" y="666"/>
                  </a:lnTo>
                  <a:close/>
                  <a:moveTo>
                    <a:pt x="318" y="1"/>
                  </a:moveTo>
                  <a:cubicBezTo>
                    <a:pt x="159" y="1"/>
                    <a:pt x="1" y="128"/>
                    <a:pt x="1" y="318"/>
                  </a:cubicBezTo>
                  <a:lnTo>
                    <a:pt x="1" y="2629"/>
                  </a:lnTo>
                  <a:cubicBezTo>
                    <a:pt x="1" y="2819"/>
                    <a:pt x="159" y="2978"/>
                    <a:pt x="318" y="2978"/>
                  </a:cubicBezTo>
                  <a:lnTo>
                    <a:pt x="3136" y="2978"/>
                  </a:lnTo>
                  <a:cubicBezTo>
                    <a:pt x="3326" y="2978"/>
                    <a:pt x="3484" y="2819"/>
                    <a:pt x="3484" y="2629"/>
                  </a:cubicBezTo>
                  <a:lnTo>
                    <a:pt x="3484" y="318"/>
                  </a:lnTo>
                  <a:cubicBezTo>
                    <a:pt x="3484" y="128"/>
                    <a:pt x="3326" y="1"/>
                    <a:pt x="313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" name="Google Shape;114;p13"/>
            <p:cNvSpPr/>
            <p:nvPr/>
          </p:nvSpPr>
          <p:spPr>
            <a:xfrm>
              <a:off x="6430200" y="4004275"/>
              <a:ext cx="57825" cy="57050"/>
            </a:xfrm>
            <a:custGeom>
              <a:avLst/>
              <a:gdLst/>
              <a:ahLst/>
              <a:cxnLst/>
              <a:rect l="l" t="t" r="r" b="b"/>
              <a:pathLst>
                <a:path w="2313" h="2282" extrusionOk="0">
                  <a:moveTo>
                    <a:pt x="1648" y="666"/>
                  </a:moveTo>
                  <a:lnTo>
                    <a:pt x="1648" y="1616"/>
                  </a:lnTo>
                  <a:lnTo>
                    <a:pt x="698" y="1616"/>
                  </a:lnTo>
                  <a:lnTo>
                    <a:pt x="698" y="666"/>
                  </a:lnTo>
                  <a:close/>
                  <a:moveTo>
                    <a:pt x="349" y="1"/>
                  </a:moveTo>
                  <a:cubicBezTo>
                    <a:pt x="159" y="1"/>
                    <a:pt x="1" y="128"/>
                    <a:pt x="1" y="318"/>
                  </a:cubicBezTo>
                  <a:lnTo>
                    <a:pt x="1" y="1964"/>
                  </a:lnTo>
                  <a:cubicBezTo>
                    <a:pt x="1" y="2123"/>
                    <a:pt x="159" y="2281"/>
                    <a:pt x="349" y="2281"/>
                  </a:cubicBezTo>
                  <a:lnTo>
                    <a:pt x="1964" y="2281"/>
                  </a:lnTo>
                  <a:cubicBezTo>
                    <a:pt x="2154" y="2281"/>
                    <a:pt x="2313" y="2123"/>
                    <a:pt x="2313" y="1964"/>
                  </a:cubicBezTo>
                  <a:lnTo>
                    <a:pt x="2313" y="318"/>
                  </a:lnTo>
                  <a:cubicBezTo>
                    <a:pt x="2313" y="128"/>
                    <a:pt x="2154" y="1"/>
                    <a:pt x="196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3492900" y="3838025"/>
              <a:ext cx="2062475" cy="228050"/>
            </a:xfrm>
            <a:custGeom>
              <a:avLst/>
              <a:gdLst/>
              <a:ahLst/>
              <a:cxnLst/>
              <a:rect l="l" t="t" r="r" b="b"/>
              <a:pathLst>
                <a:path w="82499" h="9122" extrusionOk="0">
                  <a:moveTo>
                    <a:pt x="1" y="0"/>
                  </a:moveTo>
                  <a:lnTo>
                    <a:pt x="1" y="5004"/>
                  </a:lnTo>
                  <a:cubicBezTo>
                    <a:pt x="1" y="7284"/>
                    <a:pt x="1837" y="9121"/>
                    <a:pt x="4118" y="9121"/>
                  </a:cubicBezTo>
                  <a:lnTo>
                    <a:pt x="78350" y="9121"/>
                  </a:lnTo>
                  <a:cubicBezTo>
                    <a:pt x="80630" y="9121"/>
                    <a:pt x="82498" y="7284"/>
                    <a:pt x="82498" y="5004"/>
                  </a:cubicBezTo>
                  <a:lnTo>
                    <a:pt x="8249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" name="Google Shape;116;p13"/>
            <p:cNvSpPr/>
            <p:nvPr/>
          </p:nvSpPr>
          <p:spPr>
            <a:xfrm>
              <a:off x="3492900" y="2784250"/>
              <a:ext cx="2061675" cy="1053800"/>
            </a:xfrm>
            <a:custGeom>
              <a:avLst/>
              <a:gdLst/>
              <a:ahLst/>
              <a:cxnLst/>
              <a:rect l="l" t="t" r="r" b="b"/>
              <a:pathLst>
                <a:path w="82467" h="42152" extrusionOk="0">
                  <a:moveTo>
                    <a:pt x="4118" y="0"/>
                  </a:moveTo>
                  <a:cubicBezTo>
                    <a:pt x="1837" y="0"/>
                    <a:pt x="1" y="1837"/>
                    <a:pt x="1" y="4117"/>
                  </a:cubicBezTo>
                  <a:lnTo>
                    <a:pt x="1" y="42151"/>
                  </a:lnTo>
                  <a:lnTo>
                    <a:pt x="82467" y="42151"/>
                  </a:lnTo>
                  <a:lnTo>
                    <a:pt x="82467" y="4117"/>
                  </a:lnTo>
                  <a:cubicBezTo>
                    <a:pt x="82467" y="1837"/>
                    <a:pt x="80630" y="0"/>
                    <a:pt x="7835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7" name="Google Shape;117;p13"/>
            <p:cNvSpPr/>
            <p:nvPr/>
          </p:nvSpPr>
          <p:spPr>
            <a:xfrm>
              <a:off x="4313125" y="4066050"/>
              <a:ext cx="437850" cy="106900"/>
            </a:xfrm>
            <a:custGeom>
              <a:avLst/>
              <a:gdLst/>
              <a:ahLst/>
              <a:cxnLst/>
              <a:rect l="l" t="t" r="r" b="b"/>
              <a:pathLst>
                <a:path w="17514" h="4276" extrusionOk="0">
                  <a:moveTo>
                    <a:pt x="1" y="0"/>
                  </a:moveTo>
                  <a:lnTo>
                    <a:pt x="8425" y="2059"/>
                  </a:lnTo>
                  <a:lnTo>
                    <a:pt x="17514" y="4275"/>
                  </a:lnTo>
                  <a:cubicBezTo>
                    <a:pt x="17102" y="3040"/>
                    <a:pt x="16849" y="1647"/>
                    <a:pt x="1684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8" name="Google Shape;118;p13"/>
            <p:cNvSpPr/>
            <p:nvPr/>
          </p:nvSpPr>
          <p:spPr>
            <a:xfrm>
              <a:off x="4103325" y="4066050"/>
              <a:ext cx="841625" cy="291375"/>
            </a:xfrm>
            <a:custGeom>
              <a:avLst/>
              <a:gdLst/>
              <a:ahLst/>
              <a:cxnLst/>
              <a:rect l="l" t="t" r="r" b="b"/>
              <a:pathLst>
                <a:path w="33665" h="11655" extrusionOk="0">
                  <a:moveTo>
                    <a:pt x="8393" y="0"/>
                  </a:moveTo>
                  <a:cubicBezTo>
                    <a:pt x="8393" y="9596"/>
                    <a:pt x="0" y="11654"/>
                    <a:pt x="0" y="11654"/>
                  </a:cubicBezTo>
                  <a:lnTo>
                    <a:pt x="33665" y="11654"/>
                  </a:lnTo>
                  <a:cubicBezTo>
                    <a:pt x="33665" y="11654"/>
                    <a:pt x="27869" y="10229"/>
                    <a:pt x="25906" y="4275"/>
                  </a:cubicBezTo>
                  <a:lnTo>
                    <a:pt x="16817" y="2059"/>
                  </a:lnTo>
                  <a:lnTo>
                    <a:pt x="839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4098575" y="4344725"/>
              <a:ext cx="850325" cy="71275"/>
            </a:xfrm>
            <a:custGeom>
              <a:avLst/>
              <a:gdLst/>
              <a:ahLst/>
              <a:cxnLst/>
              <a:rect l="l" t="t" r="r" b="b"/>
              <a:pathLst>
                <a:path w="34013" h="2851" extrusionOk="0">
                  <a:moveTo>
                    <a:pt x="1045" y="1"/>
                  </a:moveTo>
                  <a:cubicBezTo>
                    <a:pt x="475" y="1"/>
                    <a:pt x="0" y="476"/>
                    <a:pt x="0" y="1046"/>
                  </a:cubicBezTo>
                  <a:lnTo>
                    <a:pt x="0" y="1806"/>
                  </a:lnTo>
                  <a:cubicBezTo>
                    <a:pt x="0" y="2376"/>
                    <a:pt x="475" y="2851"/>
                    <a:pt x="1045" y="2851"/>
                  </a:cubicBezTo>
                  <a:lnTo>
                    <a:pt x="32968" y="2851"/>
                  </a:lnTo>
                  <a:cubicBezTo>
                    <a:pt x="33538" y="2851"/>
                    <a:pt x="34013" y="2376"/>
                    <a:pt x="34013" y="1806"/>
                  </a:cubicBezTo>
                  <a:lnTo>
                    <a:pt x="34013" y="1046"/>
                  </a:lnTo>
                  <a:cubicBezTo>
                    <a:pt x="34013" y="476"/>
                    <a:pt x="33538" y="1"/>
                    <a:pt x="329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2780350" y="3284150"/>
              <a:ext cx="666650" cy="397925"/>
            </a:xfrm>
            <a:custGeom>
              <a:avLst/>
              <a:gdLst/>
              <a:ahLst/>
              <a:cxnLst/>
              <a:rect l="l" t="t" r="r" b="b"/>
              <a:pathLst>
                <a:path w="26666" h="15917" extrusionOk="0">
                  <a:moveTo>
                    <a:pt x="23392" y="0"/>
                  </a:moveTo>
                  <a:cubicBezTo>
                    <a:pt x="23034" y="0"/>
                    <a:pt x="22670" y="78"/>
                    <a:pt x="22327" y="241"/>
                  </a:cubicBezTo>
                  <a:lnTo>
                    <a:pt x="1711" y="10470"/>
                  </a:lnTo>
                  <a:cubicBezTo>
                    <a:pt x="507" y="11040"/>
                    <a:pt x="0" y="12496"/>
                    <a:pt x="602" y="13700"/>
                  </a:cubicBezTo>
                  <a:lnTo>
                    <a:pt x="1711" y="15917"/>
                  </a:lnTo>
                  <a:lnTo>
                    <a:pt x="26666" y="3566"/>
                  </a:lnTo>
                  <a:lnTo>
                    <a:pt x="25589" y="1349"/>
                  </a:lnTo>
                  <a:cubicBezTo>
                    <a:pt x="25159" y="489"/>
                    <a:pt x="24292" y="0"/>
                    <a:pt x="2339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" name="Google Shape;121;p13"/>
            <p:cNvSpPr/>
            <p:nvPr/>
          </p:nvSpPr>
          <p:spPr>
            <a:xfrm>
              <a:off x="2823100" y="3373275"/>
              <a:ext cx="950100" cy="969100"/>
            </a:xfrm>
            <a:custGeom>
              <a:avLst/>
              <a:gdLst/>
              <a:ahLst/>
              <a:cxnLst/>
              <a:rect l="l" t="t" r="r" b="b"/>
              <a:pathLst>
                <a:path w="38004" h="38764" extrusionOk="0">
                  <a:moveTo>
                    <a:pt x="24956" y="1"/>
                  </a:moveTo>
                  <a:lnTo>
                    <a:pt x="1" y="12352"/>
                  </a:lnTo>
                  <a:lnTo>
                    <a:pt x="13048" y="38764"/>
                  </a:lnTo>
                  <a:lnTo>
                    <a:pt x="38003" y="26413"/>
                  </a:lnTo>
                  <a:lnTo>
                    <a:pt x="2495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2" name="Google Shape;122;p13"/>
            <p:cNvSpPr/>
            <p:nvPr/>
          </p:nvSpPr>
          <p:spPr>
            <a:xfrm>
              <a:off x="3149300" y="4032775"/>
              <a:ext cx="674575" cy="414925"/>
            </a:xfrm>
            <a:custGeom>
              <a:avLst/>
              <a:gdLst/>
              <a:ahLst/>
              <a:cxnLst/>
              <a:rect l="l" t="t" r="r" b="b"/>
              <a:pathLst>
                <a:path w="26983" h="16597" extrusionOk="0">
                  <a:moveTo>
                    <a:pt x="24987" y="1"/>
                  </a:moveTo>
                  <a:lnTo>
                    <a:pt x="0" y="12384"/>
                  </a:lnTo>
                  <a:lnTo>
                    <a:pt x="1425" y="15234"/>
                  </a:lnTo>
                  <a:cubicBezTo>
                    <a:pt x="1854" y="16092"/>
                    <a:pt x="2719" y="16596"/>
                    <a:pt x="3616" y="16596"/>
                  </a:cubicBezTo>
                  <a:cubicBezTo>
                    <a:pt x="3976" y="16596"/>
                    <a:pt x="4342" y="16515"/>
                    <a:pt x="4687" y="16342"/>
                  </a:cubicBezTo>
                  <a:lnTo>
                    <a:pt x="25304" y="6145"/>
                  </a:lnTo>
                  <a:cubicBezTo>
                    <a:pt x="26507" y="5543"/>
                    <a:pt x="26982" y="4086"/>
                    <a:pt x="26412" y="2883"/>
                  </a:cubicBezTo>
                  <a:lnTo>
                    <a:pt x="2498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3" name="Google Shape;123;p13"/>
            <p:cNvSpPr/>
            <p:nvPr/>
          </p:nvSpPr>
          <p:spPr>
            <a:xfrm>
              <a:off x="3043200" y="3436475"/>
              <a:ext cx="129075" cy="73150"/>
            </a:xfrm>
            <a:custGeom>
              <a:avLst/>
              <a:gdLst/>
              <a:ahLst/>
              <a:cxnLst/>
              <a:rect l="l" t="t" r="r" b="b"/>
              <a:pathLst>
                <a:path w="5163" h="2926" extrusionOk="0">
                  <a:moveTo>
                    <a:pt x="4691" y="1"/>
                  </a:moveTo>
                  <a:cubicBezTo>
                    <a:pt x="4636" y="1"/>
                    <a:pt x="4580" y="13"/>
                    <a:pt x="4529" y="38"/>
                  </a:cubicBezTo>
                  <a:lnTo>
                    <a:pt x="286" y="2160"/>
                  </a:lnTo>
                  <a:cubicBezTo>
                    <a:pt x="96" y="2255"/>
                    <a:pt x="1" y="2476"/>
                    <a:pt x="96" y="2698"/>
                  </a:cubicBezTo>
                  <a:cubicBezTo>
                    <a:pt x="165" y="2837"/>
                    <a:pt x="319" y="2925"/>
                    <a:pt x="472" y="2925"/>
                  </a:cubicBezTo>
                  <a:cubicBezTo>
                    <a:pt x="528" y="2925"/>
                    <a:pt x="583" y="2914"/>
                    <a:pt x="634" y="2888"/>
                  </a:cubicBezTo>
                  <a:lnTo>
                    <a:pt x="4878" y="766"/>
                  </a:lnTo>
                  <a:cubicBezTo>
                    <a:pt x="5099" y="671"/>
                    <a:pt x="5163" y="418"/>
                    <a:pt x="5068" y="228"/>
                  </a:cubicBezTo>
                  <a:cubicBezTo>
                    <a:pt x="4998" y="89"/>
                    <a:pt x="4844" y="1"/>
                    <a:pt x="4691" y="1"/>
                  </a:cubicBezTo>
                  <a:close/>
                </a:path>
              </a:pathLst>
            </a:custGeom>
            <a:solidFill>
              <a:srgbClr val="25242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4" name="Google Shape;124;p13"/>
            <p:cNvSpPr/>
            <p:nvPr/>
          </p:nvSpPr>
          <p:spPr>
            <a:xfrm>
              <a:off x="3424825" y="4200850"/>
              <a:ext cx="148075" cy="97975"/>
            </a:xfrm>
            <a:custGeom>
              <a:avLst/>
              <a:gdLst/>
              <a:ahLst/>
              <a:cxnLst/>
              <a:rect l="l" t="t" r="r" b="b"/>
              <a:pathLst>
                <a:path w="5923" h="3919" extrusionOk="0">
                  <a:moveTo>
                    <a:pt x="4624" y="340"/>
                  </a:moveTo>
                  <a:cubicBezTo>
                    <a:pt x="4909" y="340"/>
                    <a:pt x="5194" y="498"/>
                    <a:pt x="5352" y="783"/>
                  </a:cubicBezTo>
                  <a:cubicBezTo>
                    <a:pt x="5542" y="1195"/>
                    <a:pt x="5384" y="1670"/>
                    <a:pt x="4972" y="1860"/>
                  </a:cubicBezTo>
                  <a:lnTo>
                    <a:pt x="1678" y="3507"/>
                  </a:lnTo>
                  <a:cubicBezTo>
                    <a:pt x="1562" y="3561"/>
                    <a:pt x="1440" y="3587"/>
                    <a:pt x="1320" y="3587"/>
                  </a:cubicBezTo>
                  <a:cubicBezTo>
                    <a:pt x="1018" y="3587"/>
                    <a:pt x="729" y="3422"/>
                    <a:pt x="570" y="3127"/>
                  </a:cubicBezTo>
                  <a:cubicBezTo>
                    <a:pt x="380" y="2747"/>
                    <a:pt x="538" y="2240"/>
                    <a:pt x="950" y="2050"/>
                  </a:cubicBezTo>
                  <a:lnTo>
                    <a:pt x="4244" y="403"/>
                  </a:lnTo>
                  <a:cubicBezTo>
                    <a:pt x="4370" y="372"/>
                    <a:pt x="4497" y="340"/>
                    <a:pt x="4624" y="340"/>
                  </a:cubicBezTo>
                  <a:close/>
                  <a:moveTo>
                    <a:pt x="4614" y="0"/>
                  </a:moveTo>
                  <a:cubicBezTo>
                    <a:pt x="4448" y="0"/>
                    <a:pt x="4279" y="38"/>
                    <a:pt x="4117" y="118"/>
                  </a:cubicBezTo>
                  <a:lnTo>
                    <a:pt x="823" y="1765"/>
                  </a:lnTo>
                  <a:cubicBezTo>
                    <a:pt x="253" y="2019"/>
                    <a:pt x="0" y="2715"/>
                    <a:pt x="285" y="3285"/>
                  </a:cubicBezTo>
                  <a:cubicBezTo>
                    <a:pt x="475" y="3697"/>
                    <a:pt x="887" y="3919"/>
                    <a:pt x="1330" y="3919"/>
                  </a:cubicBezTo>
                  <a:cubicBezTo>
                    <a:pt x="1488" y="3919"/>
                    <a:pt x="1678" y="3887"/>
                    <a:pt x="1837" y="3792"/>
                  </a:cubicBezTo>
                  <a:lnTo>
                    <a:pt x="5130" y="2177"/>
                  </a:lnTo>
                  <a:cubicBezTo>
                    <a:pt x="5700" y="1892"/>
                    <a:pt x="5922" y="1195"/>
                    <a:pt x="5637" y="625"/>
                  </a:cubicBezTo>
                  <a:cubicBezTo>
                    <a:pt x="5433" y="239"/>
                    <a:pt x="5034" y="0"/>
                    <a:pt x="4614" y="0"/>
                  </a:cubicBezTo>
                  <a:close/>
                </a:path>
              </a:pathLst>
            </a:custGeom>
            <a:solidFill>
              <a:srgbClr val="25242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5" name="Google Shape;125;p13"/>
            <p:cNvSpPr/>
            <p:nvPr/>
          </p:nvSpPr>
          <p:spPr>
            <a:xfrm>
              <a:off x="3085150" y="3823775"/>
              <a:ext cx="149675" cy="126700"/>
            </a:xfrm>
            <a:custGeom>
              <a:avLst/>
              <a:gdLst/>
              <a:ahLst/>
              <a:cxnLst/>
              <a:rect l="l" t="t" r="r" b="b"/>
              <a:pathLst>
                <a:path w="5987" h="5068" extrusionOk="0">
                  <a:moveTo>
                    <a:pt x="3770" y="0"/>
                  </a:moveTo>
                  <a:lnTo>
                    <a:pt x="1" y="3959"/>
                  </a:lnTo>
                  <a:lnTo>
                    <a:pt x="539" y="5067"/>
                  </a:lnTo>
                  <a:lnTo>
                    <a:pt x="5986" y="4497"/>
                  </a:lnTo>
                  <a:lnTo>
                    <a:pt x="5448" y="3389"/>
                  </a:lnTo>
                  <a:lnTo>
                    <a:pt x="1711" y="3801"/>
                  </a:lnTo>
                  <a:lnTo>
                    <a:pt x="4308" y="1109"/>
                  </a:lnTo>
                  <a:lnTo>
                    <a:pt x="377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" name="Google Shape;126;p13"/>
            <p:cNvSpPr/>
            <p:nvPr/>
          </p:nvSpPr>
          <p:spPr>
            <a:xfrm>
              <a:off x="3259350" y="3683625"/>
              <a:ext cx="58600" cy="311975"/>
            </a:xfrm>
            <a:custGeom>
              <a:avLst/>
              <a:gdLst/>
              <a:ahLst/>
              <a:cxnLst/>
              <a:rect l="l" t="t" r="r" b="b"/>
              <a:pathLst>
                <a:path w="2344" h="12479" extrusionOk="0">
                  <a:moveTo>
                    <a:pt x="1330" y="1"/>
                  </a:moveTo>
                  <a:lnTo>
                    <a:pt x="0" y="666"/>
                  </a:lnTo>
                  <a:lnTo>
                    <a:pt x="982" y="12479"/>
                  </a:lnTo>
                  <a:lnTo>
                    <a:pt x="2344" y="11813"/>
                  </a:lnTo>
                  <a:lnTo>
                    <a:pt x="1330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" name="Google Shape;127;p13"/>
            <p:cNvSpPr/>
            <p:nvPr/>
          </p:nvSpPr>
          <p:spPr>
            <a:xfrm>
              <a:off x="3342475" y="3728775"/>
              <a:ext cx="149650" cy="126700"/>
            </a:xfrm>
            <a:custGeom>
              <a:avLst/>
              <a:gdLst/>
              <a:ahLst/>
              <a:cxnLst/>
              <a:rect l="l" t="t" r="r" b="b"/>
              <a:pathLst>
                <a:path w="5986" h="5068" extrusionOk="0">
                  <a:moveTo>
                    <a:pt x="5416" y="0"/>
                  </a:moveTo>
                  <a:lnTo>
                    <a:pt x="0" y="570"/>
                  </a:lnTo>
                  <a:lnTo>
                    <a:pt x="539" y="1710"/>
                  </a:lnTo>
                  <a:lnTo>
                    <a:pt x="4276" y="1267"/>
                  </a:lnTo>
                  <a:lnTo>
                    <a:pt x="1647" y="3959"/>
                  </a:lnTo>
                  <a:lnTo>
                    <a:pt x="2217" y="5067"/>
                  </a:lnTo>
                  <a:lnTo>
                    <a:pt x="5986" y="1109"/>
                  </a:lnTo>
                  <a:lnTo>
                    <a:pt x="541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3644925" y="3248200"/>
              <a:ext cx="1771100" cy="341250"/>
            </a:xfrm>
            <a:custGeom>
              <a:avLst/>
              <a:gdLst/>
              <a:ahLst/>
              <a:cxnLst/>
              <a:rect l="l" t="t" r="r" b="b"/>
              <a:pathLst>
                <a:path w="70844" h="13650" extrusionOk="0">
                  <a:moveTo>
                    <a:pt x="23340" y="0"/>
                  </a:moveTo>
                  <a:cubicBezTo>
                    <a:pt x="21123" y="0"/>
                    <a:pt x="19001" y="887"/>
                    <a:pt x="17418" y="2470"/>
                  </a:cubicBezTo>
                  <a:lnTo>
                    <a:pt x="9374" y="10483"/>
                  </a:lnTo>
                  <a:cubicBezTo>
                    <a:pt x="8012" y="11876"/>
                    <a:pt x="6144" y="12668"/>
                    <a:pt x="4180" y="12668"/>
                  </a:cubicBezTo>
                  <a:lnTo>
                    <a:pt x="0" y="12668"/>
                  </a:lnTo>
                  <a:lnTo>
                    <a:pt x="0" y="13649"/>
                  </a:lnTo>
                  <a:lnTo>
                    <a:pt x="4180" y="13649"/>
                  </a:lnTo>
                  <a:cubicBezTo>
                    <a:pt x="6429" y="13649"/>
                    <a:pt x="8519" y="12794"/>
                    <a:pt x="10102" y="11211"/>
                  </a:cubicBezTo>
                  <a:lnTo>
                    <a:pt x="18146" y="3167"/>
                  </a:lnTo>
                  <a:cubicBezTo>
                    <a:pt x="19571" y="1726"/>
                    <a:pt x="21456" y="1006"/>
                    <a:pt x="23344" y="1006"/>
                  </a:cubicBezTo>
                  <a:cubicBezTo>
                    <a:pt x="25232" y="1006"/>
                    <a:pt x="27125" y="1726"/>
                    <a:pt x="28566" y="3167"/>
                  </a:cubicBezTo>
                  <a:lnTo>
                    <a:pt x="32841" y="7474"/>
                  </a:lnTo>
                  <a:cubicBezTo>
                    <a:pt x="34424" y="9057"/>
                    <a:pt x="36546" y="9912"/>
                    <a:pt x="38763" y="9912"/>
                  </a:cubicBezTo>
                  <a:cubicBezTo>
                    <a:pt x="41011" y="9912"/>
                    <a:pt x="43102" y="9057"/>
                    <a:pt x="44685" y="7474"/>
                  </a:cubicBezTo>
                  <a:cubicBezTo>
                    <a:pt x="46079" y="6081"/>
                    <a:pt x="47947" y="5320"/>
                    <a:pt x="49910" y="5320"/>
                  </a:cubicBezTo>
                  <a:cubicBezTo>
                    <a:pt x="51874" y="5320"/>
                    <a:pt x="53711" y="6081"/>
                    <a:pt x="55104" y="7474"/>
                  </a:cubicBezTo>
                  <a:lnTo>
                    <a:pt x="55706" y="8076"/>
                  </a:lnTo>
                  <a:cubicBezTo>
                    <a:pt x="57337" y="9707"/>
                    <a:pt x="59482" y="10522"/>
                    <a:pt x="61628" y="10522"/>
                  </a:cubicBezTo>
                  <a:cubicBezTo>
                    <a:pt x="63774" y="10522"/>
                    <a:pt x="65919" y="9707"/>
                    <a:pt x="67550" y="8076"/>
                  </a:cubicBezTo>
                  <a:lnTo>
                    <a:pt x="70844" y="4782"/>
                  </a:lnTo>
                  <a:lnTo>
                    <a:pt x="70147" y="4054"/>
                  </a:lnTo>
                  <a:lnTo>
                    <a:pt x="66853" y="7379"/>
                  </a:lnTo>
                  <a:cubicBezTo>
                    <a:pt x="65412" y="8804"/>
                    <a:pt x="63528" y="9517"/>
                    <a:pt x="61644" y="9517"/>
                  </a:cubicBezTo>
                  <a:cubicBezTo>
                    <a:pt x="59760" y="9517"/>
                    <a:pt x="57875" y="8804"/>
                    <a:pt x="56434" y="7379"/>
                  </a:cubicBezTo>
                  <a:lnTo>
                    <a:pt x="55833" y="6746"/>
                  </a:lnTo>
                  <a:cubicBezTo>
                    <a:pt x="54249" y="5194"/>
                    <a:pt x="52127" y="4307"/>
                    <a:pt x="49910" y="4307"/>
                  </a:cubicBezTo>
                  <a:cubicBezTo>
                    <a:pt x="47662" y="4307"/>
                    <a:pt x="45572" y="5194"/>
                    <a:pt x="43988" y="6777"/>
                  </a:cubicBezTo>
                  <a:cubicBezTo>
                    <a:pt x="42547" y="8202"/>
                    <a:pt x="40663" y="8915"/>
                    <a:pt x="38779" y="8915"/>
                  </a:cubicBezTo>
                  <a:cubicBezTo>
                    <a:pt x="36894" y="8915"/>
                    <a:pt x="35010" y="8202"/>
                    <a:pt x="33569" y="6777"/>
                  </a:cubicBezTo>
                  <a:lnTo>
                    <a:pt x="29262" y="2470"/>
                  </a:lnTo>
                  <a:cubicBezTo>
                    <a:pt x="27679" y="887"/>
                    <a:pt x="25589" y="0"/>
                    <a:pt x="2334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4161125" y="3203850"/>
              <a:ext cx="114025" cy="114025"/>
            </a:xfrm>
            <a:custGeom>
              <a:avLst/>
              <a:gdLst/>
              <a:ahLst/>
              <a:cxnLst/>
              <a:rect l="l" t="t" r="r" b="b"/>
              <a:pathLst>
                <a:path w="4561" h="4561" extrusionOk="0">
                  <a:moveTo>
                    <a:pt x="2280" y="349"/>
                  </a:moveTo>
                  <a:cubicBezTo>
                    <a:pt x="3325" y="349"/>
                    <a:pt x="4212" y="1204"/>
                    <a:pt x="4212" y="2281"/>
                  </a:cubicBezTo>
                  <a:cubicBezTo>
                    <a:pt x="4212" y="3358"/>
                    <a:pt x="3325" y="4213"/>
                    <a:pt x="2280" y="4213"/>
                  </a:cubicBezTo>
                  <a:cubicBezTo>
                    <a:pt x="1204" y="4213"/>
                    <a:pt x="317" y="3358"/>
                    <a:pt x="317" y="2281"/>
                  </a:cubicBezTo>
                  <a:cubicBezTo>
                    <a:pt x="317" y="1204"/>
                    <a:pt x="1204" y="349"/>
                    <a:pt x="2280" y="349"/>
                  </a:cubicBezTo>
                  <a:close/>
                  <a:moveTo>
                    <a:pt x="2280" y="1"/>
                  </a:moveTo>
                  <a:cubicBezTo>
                    <a:pt x="1014" y="1"/>
                    <a:pt x="0" y="1014"/>
                    <a:pt x="0" y="2281"/>
                  </a:cubicBezTo>
                  <a:cubicBezTo>
                    <a:pt x="0" y="3548"/>
                    <a:pt x="1014" y="4561"/>
                    <a:pt x="2280" y="4561"/>
                  </a:cubicBezTo>
                  <a:cubicBezTo>
                    <a:pt x="3516" y="4561"/>
                    <a:pt x="4561" y="3548"/>
                    <a:pt x="4561" y="2281"/>
                  </a:cubicBezTo>
                  <a:cubicBezTo>
                    <a:pt x="4561" y="1014"/>
                    <a:pt x="3516" y="1"/>
                    <a:pt x="228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" name="Google Shape;130;p13"/>
            <p:cNvSpPr/>
            <p:nvPr/>
          </p:nvSpPr>
          <p:spPr>
            <a:xfrm>
              <a:off x="4571225" y="3445325"/>
              <a:ext cx="75250" cy="76025"/>
            </a:xfrm>
            <a:custGeom>
              <a:avLst/>
              <a:gdLst/>
              <a:ahLst/>
              <a:cxnLst/>
              <a:rect l="l" t="t" r="r" b="b"/>
              <a:pathLst>
                <a:path w="3010" h="3041" extrusionOk="0">
                  <a:moveTo>
                    <a:pt x="1489" y="349"/>
                  </a:moveTo>
                  <a:cubicBezTo>
                    <a:pt x="2154" y="349"/>
                    <a:pt x="2661" y="887"/>
                    <a:pt x="2661" y="1521"/>
                  </a:cubicBezTo>
                  <a:cubicBezTo>
                    <a:pt x="2661" y="2186"/>
                    <a:pt x="2154" y="2693"/>
                    <a:pt x="1489" y="2693"/>
                  </a:cubicBezTo>
                  <a:cubicBezTo>
                    <a:pt x="856" y="2693"/>
                    <a:pt x="318" y="2186"/>
                    <a:pt x="318" y="1521"/>
                  </a:cubicBezTo>
                  <a:cubicBezTo>
                    <a:pt x="318" y="887"/>
                    <a:pt x="856" y="349"/>
                    <a:pt x="1489" y="349"/>
                  </a:cubicBezTo>
                  <a:close/>
                  <a:moveTo>
                    <a:pt x="1489" y="1"/>
                  </a:moveTo>
                  <a:cubicBezTo>
                    <a:pt x="666" y="1"/>
                    <a:pt x="1" y="697"/>
                    <a:pt x="1" y="1521"/>
                  </a:cubicBezTo>
                  <a:cubicBezTo>
                    <a:pt x="1" y="2376"/>
                    <a:pt x="666" y="3041"/>
                    <a:pt x="1489" y="3041"/>
                  </a:cubicBezTo>
                  <a:cubicBezTo>
                    <a:pt x="2344" y="3041"/>
                    <a:pt x="3009" y="2376"/>
                    <a:pt x="3009" y="1521"/>
                  </a:cubicBezTo>
                  <a:cubicBezTo>
                    <a:pt x="3009" y="697"/>
                    <a:pt x="2344" y="1"/>
                    <a:pt x="148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1" name="Google Shape;131;p13"/>
            <p:cNvSpPr/>
            <p:nvPr/>
          </p:nvSpPr>
          <p:spPr>
            <a:xfrm>
              <a:off x="5119100" y="3445325"/>
              <a:ext cx="105325" cy="105325"/>
            </a:xfrm>
            <a:custGeom>
              <a:avLst/>
              <a:gdLst/>
              <a:ahLst/>
              <a:cxnLst/>
              <a:rect l="l" t="t" r="r" b="b"/>
              <a:pathLst>
                <a:path w="4213" h="4213" extrusionOk="0">
                  <a:moveTo>
                    <a:pt x="2123" y="349"/>
                  </a:moveTo>
                  <a:cubicBezTo>
                    <a:pt x="3073" y="349"/>
                    <a:pt x="3864" y="1141"/>
                    <a:pt x="3864" y="2122"/>
                  </a:cubicBezTo>
                  <a:cubicBezTo>
                    <a:pt x="3864" y="3073"/>
                    <a:pt x="3073" y="3864"/>
                    <a:pt x="2123" y="3864"/>
                  </a:cubicBezTo>
                  <a:cubicBezTo>
                    <a:pt x="1141" y="3864"/>
                    <a:pt x="349" y="3073"/>
                    <a:pt x="349" y="2122"/>
                  </a:cubicBezTo>
                  <a:cubicBezTo>
                    <a:pt x="349" y="1141"/>
                    <a:pt x="1141" y="349"/>
                    <a:pt x="2123" y="349"/>
                  </a:cubicBezTo>
                  <a:close/>
                  <a:moveTo>
                    <a:pt x="2123" y="1"/>
                  </a:moveTo>
                  <a:cubicBezTo>
                    <a:pt x="951" y="1"/>
                    <a:pt x="1" y="951"/>
                    <a:pt x="1" y="2122"/>
                  </a:cubicBezTo>
                  <a:cubicBezTo>
                    <a:pt x="1" y="3263"/>
                    <a:pt x="951" y="4213"/>
                    <a:pt x="2123" y="4213"/>
                  </a:cubicBezTo>
                  <a:cubicBezTo>
                    <a:pt x="3263" y="4213"/>
                    <a:pt x="4213" y="3263"/>
                    <a:pt x="4213" y="2122"/>
                  </a:cubicBezTo>
                  <a:cubicBezTo>
                    <a:pt x="4213" y="951"/>
                    <a:pt x="3263" y="1"/>
                    <a:pt x="212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2" name="Google Shape;132;p13"/>
            <p:cNvSpPr/>
            <p:nvPr/>
          </p:nvSpPr>
          <p:spPr>
            <a:xfrm>
              <a:off x="5355050" y="3305975"/>
              <a:ext cx="105325" cy="105325"/>
            </a:xfrm>
            <a:custGeom>
              <a:avLst/>
              <a:gdLst/>
              <a:ahLst/>
              <a:cxnLst/>
              <a:rect l="l" t="t" r="r" b="b"/>
              <a:pathLst>
                <a:path w="4213" h="4213" extrusionOk="0">
                  <a:moveTo>
                    <a:pt x="2090" y="349"/>
                  </a:moveTo>
                  <a:cubicBezTo>
                    <a:pt x="3072" y="349"/>
                    <a:pt x="3864" y="1141"/>
                    <a:pt x="3864" y="2123"/>
                  </a:cubicBezTo>
                  <a:cubicBezTo>
                    <a:pt x="3864" y="3073"/>
                    <a:pt x="3072" y="3865"/>
                    <a:pt x="2090" y="3865"/>
                  </a:cubicBezTo>
                  <a:cubicBezTo>
                    <a:pt x="1140" y="3865"/>
                    <a:pt x="349" y="3073"/>
                    <a:pt x="349" y="2091"/>
                  </a:cubicBezTo>
                  <a:cubicBezTo>
                    <a:pt x="349" y="1141"/>
                    <a:pt x="1140" y="349"/>
                    <a:pt x="2090" y="349"/>
                  </a:cubicBezTo>
                  <a:close/>
                  <a:moveTo>
                    <a:pt x="2090" y="1"/>
                  </a:moveTo>
                  <a:cubicBezTo>
                    <a:pt x="950" y="1"/>
                    <a:pt x="0" y="951"/>
                    <a:pt x="0" y="2123"/>
                  </a:cubicBezTo>
                  <a:cubicBezTo>
                    <a:pt x="0" y="3263"/>
                    <a:pt x="950" y="4213"/>
                    <a:pt x="2090" y="4213"/>
                  </a:cubicBezTo>
                  <a:cubicBezTo>
                    <a:pt x="3262" y="4213"/>
                    <a:pt x="4212" y="3263"/>
                    <a:pt x="4212" y="2123"/>
                  </a:cubicBezTo>
                  <a:cubicBezTo>
                    <a:pt x="4212" y="951"/>
                    <a:pt x="3262" y="1"/>
                    <a:pt x="209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5377200" y="3328150"/>
              <a:ext cx="61000" cy="61000"/>
            </a:xfrm>
            <a:custGeom>
              <a:avLst/>
              <a:gdLst/>
              <a:ahLst/>
              <a:cxnLst/>
              <a:rect l="l" t="t" r="r" b="b"/>
              <a:pathLst>
                <a:path w="2440" h="2440" extrusionOk="0">
                  <a:moveTo>
                    <a:pt x="1204" y="1"/>
                  </a:moveTo>
                  <a:cubicBezTo>
                    <a:pt x="539" y="1"/>
                    <a:pt x="1" y="539"/>
                    <a:pt x="1" y="1204"/>
                  </a:cubicBezTo>
                  <a:cubicBezTo>
                    <a:pt x="1" y="1901"/>
                    <a:pt x="539" y="2439"/>
                    <a:pt x="1204" y="2439"/>
                  </a:cubicBezTo>
                  <a:cubicBezTo>
                    <a:pt x="1869" y="2439"/>
                    <a:pt x="2439" y="1901"/>
                    <a:pt x="2439" y="1204"/>
                  </a:cubicBezTo>
                  <a:cubicBezTo>
                    <a:pt x="2439" y="539"/>
                    <a:pt x="1869" y="1"/>
                    <a:pt x="120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3592650" y="3524500"/>
              <a:ext cx="104550" cy="105325"/>
            </a:xfrm>
            <a:custGeom>
              <a:avLst/>
              <a:gdLst/>
              <a:ahLst/>
              <a:cxnLst/>
              <a:rect l="l" t="t" r="r" b="b"/>
              <a:pathLst>
                <a:path w="4182" h="4213" extrusionOk="0">
                  <a:moveTo>
                    <a:pt x="2091" y="349"/>
                  </a:moveTo>
                  <a:cubicBezTo>
                    <a:pt x="3073" y="349"/>
                    <a:pt x="3864" y="1109"/>
                    <a:pt x="3864" y="2091"/>
                  </a:cubicBezTo>
                  <a:cubicBezTo>
                    <a:pt x="3864" y="3072"/>
                    <a:pt x="3073" y="3864"/>
                    <a:pt x="2091" y="3864"/>
                  </a:cubicBezTo>
                  <a:cubicBezTo>
                    <a:pt x="1141" y="3864"/>
                    <a:pt x="349" y="3072"/>
                    <a:pt x="349" y="2091"/>
                  </a:cubicBezTo>
                  <a:cubicBezTo>
                    <a:pt x="349" y="1141"/>
                    <a:pt x="1109" y="349"/>
                    <a:pt x="2091" y="349"/>
                  </a:cubicBezTo>
                  <a:close/>
                  <a:moveTo>
                    <a:pt x="2091" y="1"/>
                  </a:moveTo>
                  <a:cubicBezTo>
                    <a:pt x="951" y="1"/>
                    <a:pt x="1" y="951"/>
                    <a:pt x="1" y="2091"/>
                  </a:cubicBezTo>
                  <a:cubicBezTo>
                    <a:pt x="1" y="3262"/>
                    <a:pt x="951" y="4213"/>
                    <a:pt x="2091" y="4213"/>
                  </a:cubicBezTo>
                  <a:cubicBezTo>
                    <a:pt x="3263" y="4213"/>
                    <a:pt x="4181" y="3262"/>
                    <a:pt x="4181" y="2091"/>
                  </a:cubicBezTo>
                  <a:cubicBezTo>
                    <a:pt x="4181" y="951"/>
                    <a:pt x="3263" y="1"/>
                    <a:pt x="209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3614825" y="3546675"/>
              <a:ext cx="61000" cy="60975"/>
            </a:xfrm>
            <a:custGeom>
              <a:avLst/>
              <a:gdLst/>
              <a:ahLst/>
              <a:cxnLst/>
              <a:rect l="l" t="t" r="r" b="b"/>
              <a:pathLst>
                <a:path w="2440" h="2439" extrusionOk="0">
                  <a:moveTo>
                    <a:pt x="1204" y="0"/>
                  </a:moveTo>
                  <a:cubicBezTo>
                    <a:pt x="539" y="0"/>
                    <a:pt x="1" y="539"/>
                    <a:pt x="1" y="1204"/>
                  </a:cubicBezTo>
                  <a:cubicBezTo>
                    <a:pt x="1" y="1900"/>
                    <a:pt x="539" y="2439"/>
                    <a:pt x="1204" y="2439"/>
                  </a:cubicBezTo>
                  <a:cubicBezTo>
                    <a:pt x="1869" y="2439"/>
                    <a:pt x="2439" y="1900"/>
                    <a:pt x="2439" y="1204"/>
                  </a:cubicBezTo>
                  <a:cubicBezTo>
                    <a:pt x="2439" y="539"/>
                    <a:pt x="1869" y="0"/>
                    <a:pt x="120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4880000" y="2948925"/>
              <a:ext cx="173425" cy="24550"/>
            </a:xfrm>
            <a:custGeom>
              <a:avLst/>
              <a:gdLst/>
              <a:ahLst/>
              <a:cxnLst/>
              <a:rect l="l" t="t" r="r" b="b"/>
              <a:pathLst>
                <a:path w="6937" h="982" extrusionOk="0">
                  <a:moveTo>
                    <a:pt x="507" y="0"/>
                  </a:moveTo>
                  <a:cubicBezTo>
                    <a:pt x="222" y="0"/>
                    <a:pt x="1" y="222"/>
                    <a:pt x="1" y="507"/>
                  </a:cubicBezTo>
                  <a:cubicBezTo>
                    <a:pt x="1" y="760"/>
                    <a:pt x="222" y="982"/>
                    <a:pt x="507" y="982"/>
                  </a:cubicBezTo>
                  <a:lnTo>
                    <a:pt x="6430" y="982"/>
                  </a:lnTo>
                  <a:cubicBezTo>
                    <a:pt x="6715" y="982"/>
                    <a:pt x="6936" y="760"/>
                    <a:pt x="6936" y="507"/>
                  </a:cubicBezTo>
                  <a:cubicBezTo>
                    <a:pt x="6936" y="222"/>
                    <a:pt x="6715" y="0"/>
                    <a:pt x="643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7" name="Google Shape;137;p13"/>
            <p:cNvSpPr/>
            <p:nvPr/>
          </p:nvSpPr>
          <p:spPr>
            <a:xfrm>
              <a:off x="5108025" y="2948925"/>
              <a:ext cx="81575" cy="24550"/>
            </a:xfrm>
            <a:custGeom>
              <a:avLst/>
              <a:gdLst/>
              <a:ahLst/>
              <a:cxnLst/>
              <a:rect l="l" t="t" r="r" b="b"/>
              <a:pathLst>
                <a:path w="3263" h="982" extrusionOk="0">
                  <a:moveTo>
                    <a:pt x="507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2756" y="982"/>
                  </a:lnTo>
                  <a:cubicBezTo>
                    <a:pt x="3041" y="982"/>
                    <a:pt x="3262" y="760"/>
                    <a:pt x="3262" y="507"/>
                  </a:cubicBezTo>
                  <a:cubicBezTo>
                    <a:pt x="3262" y="222"/>
                    <a:pt x="3041" y="0"/>
                    <a:pt x="275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8" name="Google Shape;138;p13"/>
            <p:cNvSpPr/>
            <p:nvPr/>
          </p:nvSpPr>
          <p:spPr>
            <a:xfrm>
              <a:off x="5300425" y="2948925"/>
              <a:ext cx="58600" cy="24550"/>
            </a:xfrm>
            <a:custGeom>
              <a:avLst/>
              <a:gdLst/>
              <a:ahLst/>
              <a:cxnLst/>
              <a:rect l="l" t="t" r="r" b="b"/>
              <a:pathLst>
                <a:path w="2344" h="982" extrusionOk="0">
                  <a:moveTo>
                    <a:pt x="507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1837" y="982"/>
                  </a:lnTo>
                  <a:cubicBezTo>
                    <a:pt x="2122" y="982"/>
                    <a:pt x="2344" y="760"/>
                    <a:pt x="2344" y="507"/>
                  </a:cubicBezTo>
                  <a:cubicBezTo>
                    <a:pt x="2344" y="222"/>
                    <a:pt x="2122" y="0"/>
                    <a:pt x="183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5127025" y="3021750"/>
              <a:ext cx="197950" cy="25375"/>
            </a:xfrm>
            <a:custGeom>
              <a:avLst/>
              <a:gdLst/>
              <a:ahLst/>
              <a:cxnLst/>
              <a:rect l="l" t="t" r="r" b="b"/>
              <a:pathLst>
                <a:path w="7918" h="1015" extrusionOk="0">
                  <a:moveTo>
                    <a:pt x="507" y="1"/>
                  </a:moveTo>
                  <a:cubicBezTo>
                    <a:pt x="222" y="1"/>
                    <a:pt x="1" y="222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7443" y="1014"/>
                  </a:lnTo>
                  <a:cubicBezTo>
                    <a:pt x="7696" y="1014"/>
                    <a:pt x="7918" y="793"/>
                    <a:pt x="7918" y="508"/>
                  </a:cubicBezTo>
                  <a:cubicBezTo>
                    <a:pt x="7918" y="222"/>
                    <a:pt x="7696" y="1"/>
                    <a:pt x="744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3979025" y="3617125"/>
              <a:ext cx="119575" cy="24575"/>
            </a:xfrm>
            <a:custGeom>
              <a:avLst/>
              <a:gdLst/>
              <a:ahLst/>
              <a:cxnLst/>
              <a:rect l="l" t="t" r="r" b="b"/>
              <a:pathLst>
                <a:path w="4783" h="983" extrusionOk="0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4307" y="983"/>
                  </a:lnTo>
                  <a:cubicBezTo>
                    <a:pt x="4561" y="983"/>
                    <a:pt x="4782" y="761"/>
                    <a:pt x="4782" y="508"/>
                  </a:cubicBezTo>
                  <a:cubicBezTo>
                    <a:pt x="4782" y="222"/>
                    <a:pt x="4561" y="1"/>
                    <a:pt x="43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4148450" y="3617125"/>
              <a:ext cx="50700" cy="24575"/>
            </a:xfrm>
            <a:custGeom>
              <a:avLst/>
              <a:gdLst/>
              <a:ahLst/>
              <a:cxnLst/>
              <a:rect l="l" t="t" r="r" b="b"/>
              <a:pathLst>
                <a:path w="2028" h="983" extrusionOk="0">
                  <a:moveTo>
                    <a:pt x="507" y="1"/>
                  </a:moveTo>
                  <a:cubicBezTo>
                    <a:pt x="222" y="1"/>
                    <a:pt x="1" y="222"/>
                    <a:pt x="1" y="508"/>
                  </a:cubicBezTo>
                  <a:cubicBezTo>
                    <a:pt x="1" y="761"/>
                    <a:pt x="222" y="983"/>
                    <a:pt x="507" y="983"/>
                  </a:cubicBezTo>
                  <a:lnTo>
                    <a:pt x="1521" y="983"/>
                  </a:lnTo>
                  <a:cubicBezTo>
                    <a:pt x="1806" y="983"/>
                    <a:pt x="2027" y="761"/>
                    <a:pt x="2027" y="508"/>
                  </a:cubicBezTo>
                  <a:cubicBezTo>
                    <a:pt x="2027" y="222"/>
                    <a:pt x="1806" y="1"/>
                    <a:pt x="152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4750175" y="3617125"/>
              <a:ext cx="136975" cy="24575"/>
            </a:xfrm>
            <a:custGeom>
              <a:avLst/>
              <a:gdLst/>
              <a:ahLst/>
              <a:cxnLst/>
              <a:rect l="l" t="t" r="r" b="b"/>
              <a:pathLst>
                <a:path w="5479" h="983" extrusionOk="0">
                  <a:moveTo>
                    <a:pt x="475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475" y="983"/>
                  </a:cubicBezTo>
                  <a:lnTo>
                    <a:pt x="4972" y="983"/>
                  </a:lnTo>
                  <a:cubicBezTo>
                    <a:pt x="5257" y="983"/>
                    <a:pt x="5479" y="761"/>
                    <a:pt x="5479" y="508"/>
                  </a:cubicBezTo>
                  <a:cubicBezTo>
                    <a:pt x="5479" y="222"/>
                    <a:pt x="5257" y="1"/>
                    <a:pt x="497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4933850" y="3617125"/>
              <a:ext cx="58600" cy="24575"/>
            </a:xfrm>
            <a:custGeom>
              <a:avLst/>
              <a:gdLst/>
              <a:ahLst/>
              <a:cxnLst/>
              <a:rect l="l" t="t" r="r" b="b"/>
              <a:pathLst>
                <a:path w="2344" h="983" extrusionOk="0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1837" y="983"/>
                  </a:lnTo>
                  <a:cubicBezTo>
                    <a:pt x="2122" y="983"/>
                    <a:pt x="2344" y="761"/>
                    <a:pt x="2344" y="508"/>
                  </a:cubicBezTo>
                  <a:cubicBezTo>
                    <a:pt x="2344" y="222"/>
                    <a:pt x="2122" y="1"/>
                    <a:pt x="1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5163450" y="3617125"/>
              <a:ext cx="73650" cy="24575"/>
            </a:xfrm>
            <a:custGeom>
              <a:avLst/>
              <a:gdLst/>
              <a:ahLst/>
              <a:cxnLst/>
              <a:rect l="l" t="t" r="r" b="b"/>
              <a:pathLst>
                <a:path w="2946" h="983" extrusionOk="0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2439" y="983"/>
                  </a:lnTo>
                  <a:cubicBezTo>
                    <a:pt x="2724" y="983"/>
                    <a:pt x="2946" y="761"/>
                    <a:pt x="2946" y="508"/>
                  </a:cubicBezTo>
                  <a:cubicBezTo>
                    <a:pt x="2946" y="222"/>
                    <a:pt x="2724" y="1"/>
                    <a:pt x="243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5" name="Google Shape;145;p13"/>
            <p:cNvSpPr/>
            <p:nvPr/>
          </p:nvSpPr>
          <p:spPr>
            <a:xfrm>
              <a:off x="3676575" y="2937825"/>
              <a:ext cx="139375" cy="25375"/>
            </a:xfrm>
            <a:custGeom>
              <a:avLst/>
              <a:gdLst/>
              <a:ahLst/>
              <a:cxnLst/>
              <a:rect l="l" t="t" r="r" b="b"/>
              <a:pathLst>
                <a:path w="5575" h="1015" extrusionOk="0">
                  <a:moveTo>
                    <a:pt x="507" y="1"/>
                  </a:moveTo>
                  <a:cubicBezTo>
                    <a:pt x="222" y="1"/>
                    <a:pt x="1" y="254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5068" y="1014"/>
                  </a:lnTo>
                  <a:cubicBezTo>
                    <a:pt x="5321" y="1014"/>
                    <a:pt x="5575" y="793"/>
                    <a:pt x="5543" y="508"/>
                  </a:cubicBezTo>
                  <a:cubicBezTo>
                    <a:pt x="5543" y="223"/>
                    <a:pt x="5321" y="1"/>
                    <a:pt x="506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" name="Google Shape;146;p13"/>
            <p:cNvSpPr/>
            <p:nvPr/>
          </p:nvSpPr>
          <p:spPr>
            <a:xfrm>
              <a:off x="3852350" y="2937825"/>
              <a:ext cx="68100" cy="25375"/>
            </a:xfrm>
            <a:custGeom>
              <a:avLst/>
              <a:gdLst/>
              <a:ahLst/>
              <a:cxnLst/>
              <a:rect l="l" t="t" r="r" b="b"/>
              <a:pathLst>
                <a:path w="2724" h="1015" extrusionOk="0">
                  <a:moveTo>
                    <a:pt x="507" y="1"/>
                  </a:moveTo>
                  <a:cubicBezTo>
                    <a:pt x="222" y="1"/>
                    <a:pt x="0" y="254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2217" y="1014"/>
                  </a:lnTo>
                  <a:cubicBezTo>
                    <a:pt x="2502" y="1014"/>
                    <a:pt x="2724" y="793"/>
                    <a:pt x="2724" y="508"/>
                  </a:cubicBezTo>
                  <a:cubicBezTo>
                    <a:pt x="2724" y="223"/>
                    <a:pt x="2502" y="1"/>
                    <a:pt x="221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7" name="Google Shape;147;p13"/>
            <p:cNvSpPr/>
            <p:nvPr/>
          </p:nvSpPr>
          <p:spPr>
            <a:xfrm>
              <a:off x="2966400" y="2846400"/>
              <a:ext cx="266050" cy="531650"/>
            </a:xfrm>
            <a:custGeom>
              <a:avLst/>
              <a:gdLst/>
              <a:ahLst/>
              <a:cxnLst/>
              <a:rect l="l" t="t" r="r" b="b"/>
              <a:pathLst>
                <a:path w="10642" h="21266" extrusionOk="0">
                  <a:moveTo>
                    <a:pt x="191" y="0"/>
                  </a:moveTo>
                  <a:cubicBezTo>
                    <a:pt x="143" y="0"/>
                    <a:pt x="96" y="16"/>
                    <a:pt x="64" y="48"/>
                  </a:cubicBezTo>
                  <a:cubicBezTo>
                    <a:pt x="1" y="111"/>
                    <a:pt x="1" y="238"/>
                    <a:pt x="64" y="301"/>
                  </a:cubicBezTo>
                  <a:lnTo>
                    <a:pt x="10293" y="10530"/>
                  </a:lnTo>
                  <a:lnTo>
                    <a:pt x="10293" y="21076"/>
                  </a:lnTo>
                  <a:cubicBezTo>
                    <a:pt x="10293" y="21171"/>
                    <a:pt x="10388" y="21266"/>
                    <a:pt x="10483" y="21266"/>
                  </a:cubicBezTo>
                  <a:cubicBezTo>
                    <a:pt x="10546" y="21266"/>
                    <a:pt x="10641" y="21171"/>
                    <a:pt x="10641" y="21076"/>
                  </a:cubicBezTo>
                  <a:lnTo>
                    <a:pt x="10641" y="10435"/>
                  </a:lnTo>
                  <a:cubicBezTo>
                    <a:pt x="10641" y="10403"/>
                    <a:pt x="10610" y="10372"/>
                    <a:pt x="10578" y="10340"/>
                  </a:cubicBezTo>
                  <a:lnTo>
                    <a:pt x="317" y="48"/>
                  </a:lnTo>
                  <a:cubicBezTo>
                    <a:pt x="286" y="16"/>
                    <a:pt x="238" y="0"/>
                    <a:pt x="19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" name="Google Shape;148;p13"/>
            <p:cNvSpPr/>
            <p:nvPr/>
          </p:nvSpPr>
          <p:spPr>
            <a:xfrm>
              <a:off x="2741550" y="2634600"/>
              <a:ext cx="266850" cy="266850"/>
            </a:xfrm>
            <a:custGeom>
              <a:avLst/>
              <a:gdLst/>
              <a:ahLst/>
              <a:cxnLst/>
              <a:rect l="l" t="t" r="r" b="b"/>
              <a:pathLst>
                <a:path w="10674" h="10674" extrusionOk="0">
                  <a:moveTo>
                    <a:pt x="5321" y="317"/>
                  </a:moveTo>
                  <a:cubicBezTo>
                    <a:pt x="8076" y="317"/>
                    <a:pt x="10325" y="2566"/>
                    <a:pt x="10325" y="5353"/>
                  </a:cubicBezTo>
                  <a:cubicBezTo>
                    <a:pt x="10325" y="8108"/>
                    <a:pt x="8076" y="10356"/>
                    <a:pt x="5321" y="10356"/>
                  </a:cubicBezTo>
                  <a:cubicBezTo>
                    <a:pt x="2566" y="10356"/>
                    <a:pt x="317" y="8108"/>
                    <a:pt x="317" y="5353"/>
                  </a:cubicBezTo>
                  <a:cubicBezTo>
                    <a:pt x="317" y="2566"/>
                    <a:pt x="2566" y="317"/>
                    <a:pt x="5321" y="317"/>
                  </a:cubicBezTo>
                  <a:close/>
                  <a:moveTo>
                    <a:pt x="5321" y="1"/>
                  </a:moveTo>
                  <a:cubicBezTo>
                    <a:pt x="2376" y="1"/>
                    <a:pt x="1" y="2408"/>
                    <a:pt x="1" y="5353"/>
                  </a:cubicBezTo>
                  <a:cubicBezTo>
                    <a:pt x="1" y="8298"/>
                    <a:pt x="2376" y="10673"/>
                    <a:pt x="5321" y="10673"/>
                  </a:cubicBezTo>
                  <a:cubicBezTo>
                    <a:pt x="8266" y="10673"/>
                    <a:pt x="10673" y="8298"/>
                    <a:pt x="10673" y="5353"/>
                  </a:cubicBezTo>
                  <a:cubicBezTo>
                    <a:pt x="10673" y="2408"/>
                    <a:pt x="8266" y="1"/>
                    <a:pt x="532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" name="Google Shape;149;p13"/>
            <p:cNvSpPr/>
            <p:nvPr/>
          </p:nvSpPr>
          <p:spPr>
            <a:xfrm>
              <a:off x="2770850" y="2673800"/>
              <a:ext cx="207450" cy="188450"/>
            </a:xfrm>
            <a:custGeom>
              <a:avLst/>
              <a:gdLst/>
              <a:ahLst/>
              <a:cxnLst/>
              <a:rect l="l" t="t" r="r" b="b"/>
              <a:pathLst>
                <a:path w="8298" h="7538" extrusionOk="0">
                  <a:moveTo>
                    <a:pt x="4161" y="0"/>
                  </a:moveTo>
                  <a:cubicBezTo>
                    <a:pt x="3199" y="0"/>
                    <a:pt x="2233" y="365"/>
                    <a:pt x="1489" y="1093"/>
                  </a:cubicBezTo>
                  <a:cubicBezTo>
                    <a:pt x="0" y="2581"/>
                    <a:pt x="0" y="4957"/>
                    <a:pt x="1489" y="6445"/>
                  </a:cubicBezTo>
                  <a:cubicBezTo>
                    <a:pt x="2233" y="7173"/>
                    <a:pt x="3199" y="7538"/>
                    <a:pt x="4161" y="7538"/>
                  </a:cubicBezTo>
                  <a:cubicBezTo>
                    <a:pt x="5123" y="7538"/>
                    <a:pt x="6081" y="7173"/>
                    <a:pt x="6809" y="6445"/>
                  </a:cubicBezTo>
                  <a:cubicBezTo>
                    <a:pt x="8298" y="4957"/>
                    <a:pt x="8298" y="2581"/>
                    <a:pt x="6809" y="1093"/>
                  </a:cubicBezTo>
                  <a:cubicBezTo>
                    <a:pt x="6081" y="365"/>
                    <a:pt x="5123" y="0"/>
                    <a:pt x="416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" name="Google Shape;150;p13"/>
            <p:cNvSpPr/>
            <p:nvPr/>
          </p:nvSpPr>
          <p:spPr>
            <a:xfrm>
              <a:off x="3700325" y="2547525"/>
              <a:ext cx="8750" cy="292150"/>
            </a:xfrm>
            <a:custGeom>
              <a:avLst/>
              <a:gdLst/>
              <a:ahLst/>
              <a:cxnLst/>
              <a:rect l="l" t="t" r="r" b="b"/>
              <a:pathLst>
                <a:path w="350" h="11686" extrusionOk="0">
                  <a:moveTo>
                    <a:pt x="191" y="0"/>
                  </a:moveTo>
                  <a:cubicBezTo>
                    <a:pt x="96" y="0"/>
                    <a:pt x="1" y="63"/>
                    <a:pt x="1" y="158"/>
                  </a:cubicBezTo>
                  <a:lnTo>
                    <a:pt x="1" y="11528"/>
                  </a:lnTo>
                  <a:cubicBezTo>
                    <a:pt x="1" y="11623"/>
                    <a:pt x="96" y="11686"/>
                    <a:pt x="191" y="11686"/>
                  </a:cubicBezTo>
                  <a:cubicBezTo>
                    <a:pt x="254" y="11686"/>
                    <a:pt x="349" y="11623"/>
                    <a:pt x="349" y="11528"/>
                  </a:cubicBezTo>
                  <a:lnTo>
                    <a:pt x="349" y="158"/>
                  </a:lnTo>
                  <a:cubicBezTo>
                    <a:pt x="349" y="63"/>
                    <a:pt x="254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" name="Google Shape;151;p13"/>
            <p:cNvSpPr/>
            <p:nvPr/>
          </p:nvSpPr>
          <p:spPr>
            <a:xfrm>
              <a:off x="2598250" y="3306775"/>
              <a:ext cx="424400" cy="669025"/>
            </a:xfrm>
            <a:custGeom>
              <a:avLst/>
              <a:gdLst/>
              <a:ahLst/>
              <a:cxnLst/>
              <a:rect l="l" t="t" r="r" b="b"/>
              <a:pathLst>
                <a:path w="16976" h="26761" extrusionOk="0">
                  <a:moveTo>
                    <a:pt x="159" y="1"/>
                  </a:moveTo>
                  <a:cubicBezTo>
                    <a:pt x="64" y="1"/>
                    <a:pt x="0" y="64"/>
                    <a:pt x="0" y="159"/>
                  </a:cubicBezTo>
                  <a:lnTo>
                    <a:pt x="0" y="16532"/>
                  </a:lnTo>
                  <a:cubicBezTo>
                    <a:pt x="0" y="16563"/>
                    <a:pt x="32" y="16595"/>
                    <a:pt x="64" y="16627"/>
                  </a:cubicBezTo>
                  <a:lnTo>
                    <a:pt x="10103" y="26697"/>
                  </a:lnTo>
                  <a:cubicBezTo>
                    <a:pt x="10135" y="26729"/>
                    <a:pt x="10198" y="26761"/>
                    <a:pt x="10230" y="26761"/>
                  </a:cubicBezTo>
                  <a:lnTo>
                    <a:pt x="16817" y="26761"/>
                  </a:lnTo>
                  <a:cubicBezTo>
                    <a:pt x="16912" y="26761"/>
                    <a:pt x="16975" y="26666"/>
                    <a:pt x="16975" y="26571"/>
                  </a:cubicBezTo>
                  <a:cubicBezTo>
                    <a:pt x="16975" y="26476"/>
                    <a:pt x="16880" y="26412"/>
                    <a:pt x="16785" y="26412"/>
                  </a:cubicBezTo>
                  <a:lnTo>
                    <a:pt x="10293" y="26412"/>
                  </a:lnTo>
                  <a:lnTo>
                    <a:pt x="349" y="16437"/>
                  </a:ln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" name="Google Shape;152;p13"/>
            <p:cNvSpPr/>
            <p:nvPr/>
          </p:nvSpPr>
          <p:spPr>
            <a:xfrm>
              <a:off x="5914000" y="2241900"/>
              <a:ext cx="8725" cy="249425"/>
            </a:xfrm>
            <a:custGeom>
              <a:avLst/>
              <a:gdLst/>
              <a:ahLst/>
              <a:cxnLst/>
              <a:rect l="l" t="t" r="r" b="b"/>
              <a:pathLst>
                <a:path w="349" h="9977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9787"/>
                  </a:lnTo>
                  <a:cubicBezTo>
                    <a:pt x="1" y="9882"/>
                    <a:pt x="96" y="9977"/>
                    <a:pt x="191" y="9977"/>
                  </a:cubicBezTo>
                  <a:cubicBezTo>
                    <a:pt x="286" y="9977"/>
                    <a:pt x="349" y="9882"/>
                    <a:pt x="349" y="9787"/>
                  </a:cubicBezTo>
                  <a:lnTo>
                    <a:pt x="349" y="191"/>
                  </a:lnTo>
                  <a:cubicBezTo>
                    <a:pt x="349" y="96"/>
                    <a:pt x="286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" name="Google Shape;153;p13"/>
            <p:cNvSpPr/>
            <p:nvPr/>
          </p:nvSpPr>
          <p:spPr>
            <a:xfrm>
              <a:off x="4192800" y="2458050"/>
              <a:ext cx="240700" cy="240700"/>
            </a:xfrm>
            <a:custGeom>
              <a:avLst/>
              <a:gdLst/>
              <a:ahLst/>
              <a:cxnLst/>
              <a:rect l="l" t="t" r="r" b="b"/>
              <a:pathLst>
                <a:path w="9628" h="9628" extrusionOk="0">
                  <a:moveTo>
                    <a:pt x="4814" y="1014"/>
                  </a:moveTo>
                  <a:cubicBezTo>
                    <a:pt x="6936" y="1014"/>
                    <a:pt x="8646" y="2724"/>
                    <a:pt x="8646" y="4814"/>
                  </a:cubicBezTo>
                  <a:cubicBezTo>
                    <a:pt x="8646" y="6904"/>
                    <a:pt x="6936" y="8614"/>
                    <a:pt x="4814" y="8614"/>
                  </a:cubicBezTo>
                  <a:cubicBezTo>
                    <a:pt x="2724" y="8614"/>
                    <a:pt x="1013" y="6904"/>
                    <a:pt x="1013" y="4814"/>
                  </a:cubicBezTo>
                  <a:cubicBezTo>
                    <a:pt x="1013" y="2724"/>
                    <a:pt x="2724" y="1014"/>
                    <a:pt x="4814" y="1014"/>
                  </a:cubicBezTo>
                  <a:close/>
                  <a:moveTo>
                    <a:pt x="4814" y="1"/>
                  </a:moveTo>
                  <a:cubicBezTo>
                    <a:pt x="2185" y="1"/>
                    <a:pt x="0" y="2154"/>
                    <a:pt x="0" y="4814"/>
                  </a:cubicBezTo>
                  <a:cubicBezTo>
                    <a:pt x="0" y="7474"/>
                    <a:pt x="2185" y="9628"/>
                    <a:pt x="4814" y="9628"/>
                  </a:cubicBezTo>
                  <a:cubicBezTo>
                    <a:pt x="7474" y="9628"/>
                    <a:pt x="9627" y="7474"/>
                    <a:pt x="9627" y="4814"/>
                  </a:cubicBezTo>
                  <a:cubicBezTo>
                    <a:pt x="9627" y="2154"/>
                    <a:pt x="7474" y="1"/>
                    <a:pt x="481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4" name="Google Shape;154;p13"/>
            <p:cNvSpPr/>
            <p:nvPr/>
          </p:nvSpPr>
          <p:spPr>
            <a:xfrm>
              <a:off x="4135000" y="1664750"/>
              <a:ext cx="438625" cy="438625"/>
            </a:xfrm>
            <a:custGeom>
              <a:avLst/>
              <a:gdLst/>
              <a:ahLst/>
              <a:cxnLst/>
              <a:rect l="l" t="t" r="r" b="b"/>
              <a:pathLst>
                <a:path w="17545" h="17545" extrusionOk="0">
                  <a:moveTo>
                    <a:pt x="8772" y="1362"/>
                  </a:moveTo>
                  <a:cubicBezTo>
                    <a:pt x="12858" y="1362"/>
                    <a:pt x="16183" y="4687"/>
                    <a:pt x="16183" y="8773"/>
                  </a:cubicBezTo>
                  <a:cubicBezTo>
                    <a:pt x="16183" y="12858"/>
                    <a:pt x="12858" y="16183"/>
                    <a:pt x="8772" y="16183"/>
                  </a:cubicBezTo>
                  <a:cubicBezTo>
                    <a:pt x="4687" y="16183"/>
                    <a:pt x="1362" y="12858"/>
                    <a:pt x="1362" y="8773"/>
                  </a:cubicBezTo>
                  <a:cubicBezTo>
                    <a:pt x="1362" y="4687"/>
                    <a:pt x="4687" y="1362"/>
                    <a:pt x="8772" y="1362"/>
                  </a:cubicBezTo>
                  <a:close/>
                  <a:moveTo>
                    <a:pt x="8772" y="0"/>
                  </a:moveTo>
                  <a:cubicBezTo>
                    <a:pt x="3959" y="0"/>
                    <a:pt x="0" y="3927"/>
                    <a:pt x="0" y="8773"/>
                  </a:cubicBezTo>
                  <a:cubicBezTo>
                    <a:pt x="0" y="13618"/>
                    <a:pt x="3959" y="17545"/>
                    <a:pt x="8772" y="17545"/>
                  </a:cubicBezTo>
                  <a:cubicBezTo>
                    <a:pt x="13618" y="17545"/>
                    <a:pt x="17545" y="13586"/>
                    <a:pt x="17545" y="8773"/>
                  </a:cubicBezTo>
                  <a:cubicBezTo>
                    <a:pt x="17545" y="3927"/>
                    <a:pt x="13618" y="0"/>
                    <a:pt x="87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5" name="Google Shape;155;p13"/>
            <p:cNvSpPr/>
            <p:nvPr/>
          </p:nvSpPr>
          <p:spPr>
            <a:xfrm>
              <a:off x="3285475" y="2764450"/>
              <a:ext cx="172625" cy="172625"/>
            </a:xfrm>
            <a:custGeom>
              <a:avLst/>
              <a:gdLst/>
              <a:ahLst/>
              <a:cxnLst/>
              <a:rect l="l" t="t" r="r" b="b"/>
              <a:pathLst>
                <a:path w="6905" h="6905" extrusionOk="0">
                  <a:moveTo>
                    <a:pt x="3452" y="1014"/>
                  </a:moveTo>
                  <a:cubicBezTo>
                    <a:pt x="4814" y="1014"/>
                    <a:pt x="5891" y="2091"/>
                    <a:pt x="5891" y="3452"/>
                  </a:cubicBezTo>
                  <a:cubicBezTo>
                    <a:pt x="5891" y="4782"/>
                    <a:pt x="4782" y="5891"/>
                    <a:pt x="3452" y="5891"/>
                  </a:cubicBezTo>
                  <a:cubicBezTo>
                    <a:pt x="2090" y="5891"/>
                    <a:pt x="1014" y="4782"/>
                    <a:pt x="1014" y="3452"/>
                  </a:cubicBezTo>
                  <a:cubicBezTo>
                    <a:pt x="1014" y="2091"/>
                    <a:pt x="2122" y="1014"/>
                    <a:pt x="3452" y="1014"/>
                  </a:cubicBezTo>
                  <a:close/>
                  <a:moveTo>
                    <a:pt x="3452" y="0"/>
                  </a:moveTo>
                  <a:cubicBezTo>
                    <a:pt x="1552" y="0"/>
                    <a:pt x="0" y="1552"/>
                    <a:pt x="0" y="3452"/>
                  </a:cubicBezTo>
                  <a:cubicBezTo>
                    <a:pt x="0" y="5352"/>
                    <a:pt x="1552" y="6904"/>
                    <a:pt x="3452" y="6904"/>
                  </a:cubicBezTo>
                  <a:cubicBezTo>
                    <a:pt x="5352" y="6904"/>
                    <a:pt x="6904" y="5352"/>
                    <a:pt x="6904" y="3452"/>
                  </a:cubicBezTo>
                  <a:cubicBezTo>
                    <a:pt x="6904" y="1552"/>
                    <a:pt x="5352" y="0"/>
                    <a:pt x="345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" name="Google Shape;156;p13"/>
            <p:cNvSpPr/>
            <p:nvPr/>
          </p:nvSpPr>
          <p:spPr>
            <a:xfrm>
              <a:off x="5016975" y="1886425"/>
              <a:ext cx="254950" cy="254950"/>
            </a:xfrm>
            <a:custGeom>
              <a:avLst/>
              <a:gdLst/>
              <a:ahLst/>
              <a:cxnLst/>
              <a:rect l="l" t="t" r="r" b="b"/>
              <a:pathLst>
                <a:path w="10198" h="10198" extrusionOk="0">
                  <a:moveTo>
                    <a:pt x="5099" y="982"/>
                  </a:moveTo>
                  <a:cubicBezTo>
                    <a:pt x="7348" y="982"/>
                    <a:pt x="9185" y="2819"/>
                    <a:pt x="9185" y="5099"/>
                  </a:cubicBezTo>
                  <a:cubicBezTo>
                    <a:pt x="9185" y="7348"/>
                    <a:pt x="7348" y="9185"/>
                    <a:pt x="5099" y="9185"/>
                  </a:cubicBezTo>
                  <a:cubicBezTo>
                    <a:pt x="2851" y="9185"/>
                    <a:pt x="1014" y="7348"/>
                    <a:pt x="1014" y="5099"/>
                  </a:cubicBezTo>
                  <a:cubicBezTo>
                    <a:pt x="1014" y="2819"/>
                    <a:pt x="2851" y="982"/>
                    <a:pt x="5099" y="982"/>
                  </a:cubicBezTo>
                  <a:close/>
                  <a:moveTo>
                    <a:pt x="5099" y="1"/>
                  </a:moveTo>
                  <a:cubicBezTo>
                    <a:pt x="2281" y="1"/>
                    <a:pt x="1" y="2281"/>
                    <a:pt x="1" y="5099"/>
                  </a:cubicBezTo>
                  <a:cubicBezTo>
                    <a:pt x="1" y="7886"/>
                    <a:pt x="2281" y="10198"/>
                    <a:pt x="5099" y="10198"/>
                  </a:cubicBezTo>
                  <a:cubicBezTo>
                    <a:pt x="7918" y="10198"/>
                    <a:pt x="10198" y="7886"/>
                    <a:pt x="10198" y="5099"/>
                  </a:cubicBezTo>
                  <a:cubicBezTo>
                    <a:pt x="10198" y="2281"/>
                    <a:pt x="7918" y="1"/>
                    <a:pt x="509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" name="Google Shape;157;p13"/>
            <p:cNvSpPr/>
            <p:nvPr/>
          </p:nvSpPr>
          <p:spPr>
            <a:xfrm>
              <a:off x="6183975" y="1449400"/>
              <a:ext cx="254975" cy="254950"/>
            </a:xfrm>
            <a:custGeom>
              <a:avLst/>
              <a:gdLst/>
              <a:ahLst/>
              <a:cxnLst/>
              <a:rect l="l" t="t" r="r" b="b"/>
              <a:pathLst>
                <a:path w="10199" h="10198" extrusionOk="0">
                  <a:moveTo>
                    <a:pt x="5099" y="1014"/>
                  </a:moveTo>
                  <a:cubicBezTo>
                    <a:pt x="7348" y="1014"/>
                    <a:pt x="9185" y="2851"/>
                    <a:pt x="9185" y="5099"/>
                  </a:cubicBezTo>
                  <a:cubicBezTo>
                    <a:pt x="9185" y="7379"/>
                    <a:pt x="7348" y="9216"/>
                    <a:pt x="5099" y="9216"/>
                  </a:cubicBezTo>
                  <a:cubicBezTo>
                    <a:pt x="2819" y="9216"/>
                    <a:pt x="982" y="7379"/>
                    <a:pt x="982" y="5099"/>
                  </a:cubicBezTo>
                  <a:cubicBezTo>
                    <a:pt x="982" y="2851"/>
                    <a:pt x="2819" y="1014"/>
                    <a:pt x="5099" y="1014"/>
                  </a:cubicBezTo>
                  <a:close/>
                  <a:moveTo>
                    <a:pt x="5099" y="0"/>
                  </a:moveTo>
                  <a:cubicBezTo>
                    <a:pt x="2281" y="0"/>
                    <a:pt x="1" y="2312"/>
                    <a:pt x="1" y="5099"/>
                  </a:cubicBezTo>
                  <a:cubicBezTo>
                    <a:pt x="1" y="7918"/>
                    <a:pt x="2281" y="10198"/>
                    <a:pt x="5099" y="10198"/>
                  </a:cubicBezTo>
                  <a:cubicBezTo>
                    <a:pt x="7886" y="10198"/>
                    <a:pt x="10198" y="7918"/>
                    <a:pt x="10198" y="5099"/>
                  </a:cubicBezTo>
                  <a:cubicBezTo>
                    <a:pt x="10198" y="2312"/>
                    <a:pt x="7886" y="0"/>
                    <a:pt x="509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8" name="Google Shape;158;p13"/>
            <p:cNvSpPr/>
            <p:nvPr/>
          </p:nvSpPr>
          <p:spPr>
            <a:xfrm>
              <a:off x="6605975" y="3315475"/>
              <a:ext cx="394300" cy="394325"/>
            </a:xfrm>
            <a:custGeom>
              <a:avLst/>
              <a:gdLst/>
              <a:ahLst/>
              <a:cxnLst/>
              <a:rect l="l" t="t" r="r" b="b"/>
              <a:pathLst>
                <a:path w="15772" h="15773" extrusionOk="0">
                  <a:moveTo>
                    <a:pt x="7886" y="1014"/>
                  </a:moveTo>
                  <a:cubicBezTo>
                    <a:pt x="11686" y="1014"/>
                    <a:pt x="14790" y="4118"/>
                    <a:pt x="14790" y="7887"/>
                  </a:cubicBezTo>
                  <a:cubicBezTo>
                    <a:pt x="14790" y="11687"/>
                    <a:pt x="11686" y="14790"/>
                    <a:pt x="7886" y="14790"/>
                  </a:cubicBezTo>
                  <a:cubicBezTo>
                    <a:pt x="4086" y="14790"/>
                    <a:pt x="1014" y="11687"/>
                    <a:pt x="1014" y="7887"/>
                  </a:cubicBezTo>
                  <a:cubicBezTo>
                    <a:pt x="1014" y="4118"/>
                    <a:pt x="4086" y="1014"/>
                    <a:pt x="7886" y="1014"/>
                  </a:cubicBezTo>
                  <a:close/>
                  <a:moveTo>
                    <a:pt x="7886" y="1"/>
                  </a:moveTo>
                  <a:cubicBezTo>
                    <a:pt x="3547" y="1"/>
                    <a:pt x="0" y="3548"/>
                    <a:pt x="0" y="7887"/>
                  </a:cubicBezTo>
                  <a:cubicBezTo>
                    <a:pt x="0" y="12257"/>
                    <a:pt x="3547" y="15772"/>
                    <a:pt x="7886" y="15772"/>
                  </a:cubicBezTo>
                  <a:cubicBezTo>
                    <a:pt x="12256" y="15772"/>
                    <a:pt x="15772" y="12257"/>
                    <a:pt x="15772" y="7887"/>
                  </a:cubicBezTo>
                  <a:cubicBezTo>
                    <a:pt x="15772" y="3548"/>
                    <a:pt x="12225" y="1"/>
                    <a:pt x="788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9" name="Google Shape;159;p13"/>
            <p:cNvSpPr/>
            <p:nvPr/>
          </p:nvSpPr>
          <p:spPr>
            <a:xfrm>
              <a:off x="6647150" y="2157200"/>
              <a:ext cx="178150" cy="178150"/>
            </a:xfrm>
            <a:custGeom>
              <a:avLst/>
              <a:gdLst/>
              <a:ahLst/>
              <a:cxnLst/>
              <a:rect l="l" t="t" r="r" b="b"/>
              <a:pathLst>
                <a:path w="7126" h="7126" extrusionOk="0">
                  <a:moveTo>
                    <a:pt x="3579" y="1014"/>
                  </a:moveTo>
                  <a:cubicBezTo>
                    <a:pt x="4972" y="1014"/>
                    <a:pt x="6144" y="2154"/>
                    <a:pt x="6144" y="3579"/>
                  </a:cubicBezTo>
                  <a:cubicBezTo>
                    <a:pt x="6144" y="4972"/>
                    <a:pt x="4972" y="6112"/>
                    <a:pt x="3579" y="6112"/>
                  </a:cubicBezTo>
                  <a:cubicBezTo>
                    <a:pt x="2154" y="6112"/>
                    <a:pt x="1014" y="4972"/>
                    <a:pt x="1014" y="3579"/>
                  </a:cubicBezTo>
                  <a:cubicBezTo>
                    <a:pt x="1014" y="2154"/>
                    <a:pt x="2154" y="1014"/>
                    <a:pt x="3579" y="1014"/>
                  </a:cubicBezTo>
                  <a:close/>
                  <a:moveTo>
                    <a:pt x="3579" y="0"/>
                  </a:moveTo>
                  <a:cubicBezTo>
                    <a:pt x="1615" y="0"/>
                    <a:pt x="0" y="1615"/>
                    <a:pt x="0" y="3579"/>
                  </a:cubicBezTo>
                  <a:cubicBezTo>
                    <a:pt x="0" y="5542"/>
                    <a:pt x="1615" y="7126"/>
                    <a:pt x="3579" y="7126"/>
                  </a:cubicBezTo>
                  <a:cubicBezTo>
                    <a:pt x="5542" y="7126"/>
                    <a:pt x="7126" y="5542"/>
                    <a:pt x="7126" y="3579"/>
                  </a:cubicBezTo>
                  <a:cubicBezTo>
                    <a:pt x="7126" y="1615"/>
                    <a:pt x="5542" y="0"/>
                    <a:pt x="357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0" name="Google Shape;160;p13"/>
            <p:cNvSpPr/>
            <p:nvPr/>
          </p:nvSpPr>
          <p:spPr>
            <a:xfrm>
              <a:off x="4713750" y="2228450"/>
              <a:ext cx="91850" cy="91075"/>
            </a:xfrm>
            <a:custGeom>
              <a:avLst/>
              <a:gdLst/>
              <a:ahLst/>
              <a:cxnLst/>
              <a:rect l="l" t="t" r="r" b="b"/>
              <a:pathLst>
                <a:path w="3674" h="3643" extrusionOk="0">
                  <a:moveTo>
                    <a:pt x="1837" y="982"/>
                  </a:moveTo>
                  <a:cubicBezTo>
                    <a:pt x="2280" y="982"/>
                    <a:pt x="2660" y="1362"/>
                    <a:pt x="2660" y="1806"/>
                  </a:cubicBezTo>
                  <a:cubicBezTo>
                    <a:pt x="2660" y="2281"/>
                    <a:pt x="2280" y="2661"/>
                    <a:pt x="1837" y="2661"/>
                  </a:cubicBezTo>
                  <a:cubicBezTo>
                    <a:pt x="1394" y="2661"/>
                    <a:pt x="1014" y="2281"/>
                    <a:pt x="1014" y="1806"/>
                  </a:cubicBezTo>
                  <a:cubicBezTo>
                    <a:pt x="1014" y="1362"/>
                    <a:pt x="1394" y="982"/>
                    <a:pt x="1837" y="982"/>
                  </a:cubicBezTo>
                  <a:close/>
                  <a:moveTo>
                    <a:pt x="1837" y="1"/>
                  </a:moveTo>
                  <a:cubicBezTo>
                    <a:pt x="824" y="1"/>
                    <a:pt x="0" y="824"/>
                    <a:pt x="0" y="1806"/>
                  </a:cubicBezTo>
                  <a:cubicBezTo>
                    <a:pt x="0" y="2819"/>
                    <a:pt x="824" y="3642"/>
                    <a:pt x="1837" y="3642"/>
                  </a:cubicBezTo>
                  <a:cubicBezTo>
                    <a:pt x="2850" y="3642"/>
                    <a:pt x="3674" y="2819"/>
                    <a:pt x="3674" y="1806"/>
                  </a:cubicBezTo>
                  <a:cubicBezTo>
                    <a:pt x="3674" y="824"/>
                    <a:pt x="2850" y="1"/>
                    <a:pt x="183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1" name="Google Shape;161;p13"/>
            <p:cNvSpPr/>
            <p:nvPr/>
          </p:nvSpPr>
          <p:spPr>
            <a:xfrm>
              <a:off x="3606900" y="2093075"/>
              <a:ext cx="152850" cy="153600"/>
            </a:xfrm>
            <a:custGeom>
              <a:avLst/>
              <a:gdLst/>
              <a:ahLst/>
              <a:cxnLst/>
              <a:rect l="l" t="t" r="r" b="b"/>
              <a:pathLst>
                <a:path w="6114" h="6144" extrusionOk="0">
                  <a:moveTo>
                    <a:pt x="3073" y="1014"/>
                  </a:moveTo>
                  <a:cubicBezTo>
                    <a:pt x="4181" y="1014"/>
                    <a:pt x="5131" y="1932"/>
                    <a:pt x="5131" y="3072"/>
                  </a:cubicBezTo>
                  <a:cubicBezTo>
                    <a:pt x="5131" y="4212"/>
                    <a:pt x="4181" y="5131"/>
                    <a:pt x="3073" y="5131"/>
                  </a:cubicBezTo>
                  <a:cubicBezTo>
                    <a:pt x="1933" y="5131"/>
                    <a:pt x="1014" y="4212"/>
                    <a:pt x="1014" y="3072"/>
                  </a:cubicBezTo>
                  <a:cubicBezTo>
                    <a:pt x="1014" y="1932"/>
                    <a:pt x="1933" y="1014"/>
                    <a:pt x="3073" y="1014"/>
                  </a:cubicBezTo>
                  <a:close/>
                  <a:moveTo>
                    <a:pt x="3073" y="0"/>
                  </a:moveTo>
                  <a:cubicBezTo>
                    <a:pt x="1363" y="0"/>
                    <a:pt x="1" y="1394"/>
                    <a:pt x="1" y="3072"/>
                  </a:cubicBezTo>
                  <a:cubicBezTo>
                    <a:pt x="1" y="4751"/>
                    <a:pt x="1363" y="6144"/>
                    <a:pt x="3073" y="6144"/>
                  </a:cubicBezTo>
                  <a:cubicBezTo>
                    <a:pt x="4751" y="6144"/>
                    <a:pt x="6113" y="4751"/>
                    <a:pt x="6113" y="3072"/>
                  </a:cubicBezTo>
                  <a:cubicBezTo>
                    <a:pt x="6113" y="1394"/>
                    <a:pt x="4751" y="0"/>
                    <a:pt x="307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2" name="Google Shape;162;p13"/>
            <p:cNvSpPr/>
            <p:nvPr/>
          </p:nvSpPr>
          <p:spPr>
            <a:xfrm>
              <a:off x="4774700" y="1416150"/>
              <a:ext cx="152825" cy="152825"/>
            </a:xfrm>
            <a:custGeom>
              <a:avLst/>
              <a:gdLst/>
              <a:ahLst/>
              <a:cxnLst/>
              <a:rect l="l" t="t" r="r" b="b"/>
              <a:pathLst>
                <a:path w="6113" h="6113" extrusionOk="0">
                  <a:moveTo>
                    <a:pt x="3041" y="1014"/>
                  </a:moveTo>
                  <a:cubicBezTo>
                    <a:pt x="4181" y="1014"/>
                    <a:pt x="5099" y="1932"/>
                    <a:pt x="5099" y="3072"/>
                  </a:cubicBezTo>
                  <a:cubicBezTo>
                    <a:pt x="5099" y="4212"/>
                    <a:pt x="4181" y="5131"/>
                    <a:pt x="3041" y="5131"/>
                  </a:cubicBezTo>
                  <a:cubicBezTo>
                    <a:pt x="1901" y="5131"/>
                    <a:pt x="983" y="4212"/>
                    <a:pt x="983" y="3072"/>
                  </a:cubicBezTo>
                  <a:cubicBezTo>
                    <a:pt x="983" y="1932"/>
                    <a:pt x="1901" y="1014"/>
                    <a:pt x="3041" y="1014"/>
                  </a:cubicBezTo>
                  <a:close/>
                  <a:moveTo>
                    <a:pt x="3041" y="0"/>
                  </a:moveTo>
                  <a:cubicBezTo>
                    <a:pt x="1363" y="0"/>
                    <a:pt x="1" y="1394"/>
                    <a:pt x="1" y="3072"/>
                  </a:cubicBezTo>
                  <a:cubicBezTo>
                    <a:pt x="1" y="4751"/>
                    <a:pt x="1363" y="6112"/>
                    <a:pt x="3041" y="6112"/>
                  </a:cubicBezTo>
                  <a:cubicBezTo>
                    <a:pt x="4751" y="6112"/>
                    <a:pt x="6113" y="4751"/>
                    <a:pt x="6113" y="3072"/>
                  </a:cubicBezTo>
                  <a:cubicBezTo>
                    <a:pt x="6113" y="1394"/>
                    <a:pt x="4751" y="0"/>
                    <a:pt x="30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3" name="Google Shape;163;p13"/>
            <p:cNvSpPr/>
            <p:nvPr/>
          </p:nvSpPr>
          <p:spPr>
            <a:xfrm>
              <a:off x="2681375" y="4073950"/>
              <a:ext cx="197975" cy="197175"/>
            </a:xfrm>
            <a:custGeom>
              <a:avLst/>
              <a:gdLst/>
              <a:ahLst/>
              <a:cxnLst/>
              <a:rect l="l" t="t" r="r" b="b"/>
              <a:pathLst>
                <a:path w="7919" h="7887" extrusionOk="0">
                  <a:moveTo>
                    <a:pt x="3959" y="982"/>
                  </a:moveTo>
                  <a:cubicBezTo>
                    <a:pt x="5575" y="982"/>
                    <a:pt x="6905" y="2313"/>
                    <a:pt x="6905" y="3928"/>
                  </a:cubicBezTo>
                  <a:cubicBezTo>
                    <a:pt x="6905" y="5574"/>
                    <a:pt x="5575" y="6873"/>
                    <a:pt x="3959" y="6873"/>
                  </a:cubicBezTo>
                  <a:cubicBezTo>
                    <a:pt x="2344" y="6873"/>
                    <a:pt x="1014" y="5574"/>
                    <a:pt x="1014" y="3928"/>
                  </a:cubicBezTo>
                  <a:cubicBezTo>
                    <a:pt x="1014" y="2313"/>
                    <a:pt x="2344" y="982"/>
                    <a:pt x="3959" y="982"/>
                  </a:cubicBezTo>
                  <a:close/>
                  <a:moveTo>
                    <a:pt x="3959" y="1"/>
                  </a:moveTo>
                  <a:cubicBezTo>
                    <a:pt x="1774" y="1"/>
                    <a:pt x="1" y="1774"/>
                    <a:pt x="1" y="3928"/>
                  </a:cubicBezTo>
                  <a:cubicBezTo>
                    <a:pt x="1" y="6113"/>
                    <a:pt x="1774" y="7886"/>
                    <a:pt x="3959" y="7886"/>
                  </a:cubicBezTo>
                  <a:cubicBezTo>
                    <a:pt x="6145" y="7886"/>
                    <a:pt x="7886" y="6113"/>
                    <a:pt x="7918" y="3928"/>
                  </a:cubicBezTo>
                  <a:cubicBezTo>
                    <a:pt x="7918" y="1774"/>
                    <a:pt x="6145" y="1"/>
                    <a:pt x="395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64" name="Google Shape;164;p13"/>
          <p:cNvSpPr txBox="1"/>
          <p:nvPr/>
        </p:nvSpPr>
        <p:spPr>
          <a:xfrm>
            <a:off x="513238" y="1578000"/>
            <a:ext cx="4940959" cy="21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4200" b="1" dirty="0">
                <a:solidFill>
                  <a:srgbClr val="00002A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Fira Sans Extra Condensed SemiBold"/>
                <a:cs typeface="Times New Roman" panose="02020603050405020304" pitchFamily="18" charset="0"/>
                <a:sym typeface="Fira Sans Extra Condensed SemiBold"/>
              </a:rPr>
              <a:t>01</a:t>
            </a:r>
          </a:p>
          <a:p>
            <a:r>
              <a:rPr lang="en-US" sz="4200" b="1" dirty="0">
                <a:latin typeface="Times New Roman" panose="02020603050405020304" pitchFamily="18" charset="0"/>
                <a:ea typeface="Fira Sans"/>
                <a:cs typeface="Times New Roman" panose="02020603050405020304" pitchFamily="18" charset="0"/>
                <a:sym typeface="Fira Sans"/>
              </a:rPr>
              <a:t>Overview Of New Structural Code</a:t>
            </a:r>
          </a:p>
          <a:p>
            <a:endParaRPr sz="4200" b="1" dirty="0">
              <a:solidFill>
                <a:srgbClr val="00002A"/>
              </a:solidFill>
              <a:highlight>
                <a:srgbClr val="FFFFFF"/>
              </a:highlight>
              <a:latin typeface="Times New Roman" panose="02020603050405020304" pitchFamily="18" charset="0"/>
              <a:ea typeface="Fira Sans Extra Condensed SemiBold"/>
              <a:cs typeface="Times New Roman" panose="02020603050405020304" pitchFamily="18" charset="0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549;p43">
            <a:extLst>
              <a:ext uri="{FF2B5EF4-FFF2-40B4-BE49-F238E27FC236}">
                <a16:creationId xmlns:a16="http://schemas.microsoft.com/office/drawing/2014/main" id="{8C0B6751-046F-D190-1570-E3FF6F361AB1}"/>
              </a:ext>
            </a:extLst>
          </p:cNvPr>
          <p:cNvSpPr txBox="1"/>
          <p:nvPr/>
        </p:nvSpPr>
        <p:spPr>
          <a:xfrm>
            <a:off x="5125868" y="226802"/>
            <a:ext cx="2383498" cy="451286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dirty="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PDF To PNG</a:t>
            </a:r>
            <a:endParaRPr sz="2100" b="1" dirty="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AD94441C-0186-5D21-9B74-6651009C6BCD}"/>
              </a:ext>
            </a:extLst>
          </p:cNvPr>
          <p:cNvCxnSpPr>
            <a:cxnSpLocks/>
            <a:stCxn id="61" idx="2"/>
          </p:cNvCxnSpPr>
          <p:nvPr/>
        </p:nvCxnSpPr>
        <p:spPr>
          <a:xfrm>
            <a:off x="6317617" y="678088"/>
            <a:ext cx="0" cy="6457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C90646A0-7F80-4D7A-2905-141F910BF1C1}"/>
              </a:ext>
            </a:extLst>
          </p:cNvPr>
          <p:cNvSpPr/>
          <p:nvPr/>
        </p:nvSpPr>
        <p:spPr>
          <a:xfrm>
            <a:off x="5125868" y="865374"/>
            <a:ext cx="2368348" cy="4553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Image Division</a:t>
            </a:r>
            <a:endParaRPr lang="en-IN" sz="21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528A837F-1DC1-A4E1-6162-EE70BCC7FD73}"/>
              </a:ext>
            </a:extLst>
          </p:cNvPr>
          <p:cNvCxnSpPr>
            <a:cxnSpLocks/>
            <a:endCxn id="83" idx="2"/>
          </p:cNvCxnSpPr>
          <p:nvPr/>
        </p:nvCxnSpPr>
        <p:spPr>
          <a:xfrm flipH="1" flipV="1">
            <a:off x="6310042" y="1320764"/>
            <a:ext cx="7575" cy="4023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68822CEB-509C-37B6-C763-DCB462A4A368}"/>
              </a:ext>
            </a:extLst>
          </p:cNvPr>
          <p:cNvCxnSpPr>
            <a:cxnSpLocks/>
          </p:cNvCxnSpPr>
          <p:nvPr/>
        </p:nvCxnSpPr>
        <p:spPr>
          <a:xfrm rot="5400000">
            <a:off x="4102713" y="401843"/>
            <a:ext cx="420557" cy="4009251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D737D817-AB62-7F1D-B50F-1657FD76A10A}"/>
              </a:ext>
            </a:extLst>
          </p:cNvPr>
          <p:cNvCxnSpPr/>
          <p:nvPr/>
        </p:nvCxnSpPr>
        <p:spPr>
          <a:xfrm>
            <a:off x="2319593" y="2632833"/>
            <a:ext cx="0" cy="2758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1932FB4D-972D-8415-4F0E-E4FE6BC5977E}"/>
              </a:ext>
            </a:extLst>
          </p:cNvPr>
          <p:cNvCxnSpPr>
            <a:cxnSpLocks/>
          </p:cNvCxnSpPr>
          <p:nvPr/>
        </p:nvCxnSpPr>
        <p:spPr>
          <a:xfrm>
            <a:off x="6317617" y="2616748"/>
            <a:ext cx="381816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766F24A6-8B08-C113-705E-9F6812B7F667}"/>
              </a:ext>
            </a:extLst>
          </p:cNvPr>
          <p:cNvCxnSpPr/>
          <p:nvPr/>
        </p:nvCxnSpPr>
        <p:spPr>
          <a:xfrm>
            <a:off x="10135783" y="2632833"/>
            <a:ext cx="0" cy="2758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BE520F6D-A11D-C8CE-3F53-169E16797137}"/>
              </a:ext>
            </a:extLst>
          </p:cNvPr>
          <p:cNvSpPr/>
          <p:nvPr/>
        </p:nvSpPr>
        <p:spPr>
          <a:xfrm>
            <a:off x="1522706" y="2895177"/>
            <a:ext cx="1802842" cy="52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Beam</a:t>
            </a:r>
            <a:endParaRPr lang="en-IN" sz="21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69C6E0-AAF5-794E-1B48-D79C9B69E9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580"/>
          <a:stretch/>
        </p:blipFill>
        <p:spPr>
          <a:xfrm>
            <a:off x="298705" y="3877113"/>
            <a:ext cx="2006708" cy="6858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71E23EE-C95A-7DC2-CAA3-B69A45207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789" y="3905688"/>
            <a:ext cx="2057400" cy="6572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D4DE935-B67D-DBBC-8A3B-A7FF1D1D95E8}"/>
              </a:ext>
            </a:extLst>
          </p:cNvPr>
          <p:cNvCxnSpPr/>
          <p:nvPr/>
        </p:nvCxnSpPr>
        <p:spPr>
          <a:xfrm>
            <a:off x="6317617" y="2645823"/>
            <a:ext cx="0" cy="2758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4FAF72C3-5340-27DE-40E0-1066DA9AB433}"/>
              </a:ext>
            </a:extLst>
          </p:cNvPr>
          <p:cNvSpPr/>
          <p:nvPr/>
        </p:nvSpPr>
        <p:spPr>
          <a:xfrm>
            <a:off x="5416196" y="2950717"/>
            <a:ext cx="1802842" cy="52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Angle Cleats</a:t>
            </a:r>
            <a:endParaRPr lang="en-IN" sz="21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A7FA3B-7840-0026-5E13-50CBE62BCCD5}"/>
              </a:ext>
            </a:extLst>
          </p:cNvPr>
          <p:cNvSpPr/>
          <p:nvPr/>
        </p:nvSpPr>
        <p:spPr>
          <a:xfrm>
            <a:off x="9234362" y="2950717"/>
            <a:ext cx="1802842" cy="52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Plates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7D0EE6D-A639-4216-8B18-0C8F351B37D4}"/>
              </a:ext>
            </a:extLst>
          </p:cNvPr>
          <p:cNvCxnSpPr>
            <a:cxnSpLocks/>
          </p:cNvCxnSpPr>
          <p:nvPr/>
        </p:nvCxnSpPr>
        <p:spPr>
          <a:xfrm>
            <a:off x="2319593" y="3423177"/>
            <a:ext cx="0" cy="1762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622F97C8-9A69-D99D-FA37-D2568488FD8D}"/>
              </a:ext>
            </a:extLst>
          </p:cNvPr>
          <p:cNvSpPr/>
          <p:nvPr/>
        </p:nvSpPr>
        <p:spPr>
          <a:xfrm>
            <a:off x="1034586" y="4915874"/>
            <a:ext cx="2805893" cy="52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Get The Text</a:t>
            </a:r>
            <a:endParaRPr lang="en-IN" sz="21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A1EB08-983C-06E3-52B6-D973C22D2124}"/>
              </a:ext>
            </a:extLst>
          </p:cNvPr>
          <p:cNvSpPr/>
          <p:nvPr/>
        </p:nvSpPr>
        <p:spPr>
          <a:xfrm>
            <a:off x="3621490" y="5832997"/>
            <a:ext cx="5556737" cy="52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Sent to Separate Modules Of code </a:t>
            </a:r>
            <a:endParaRPr lang="en-IN" sz="21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420BC655-BAB0-A6A3-3588-6157E0F323CB}"/>
              </a:ext>
            </a:extLst>
          </p:cNvPr>
          <p:cNvSpPr/>
          <p:nvPr/>
        </p:nvSpPr>
        <p:spPr>
          <a:xfrm>
            <a:off x="4686040" y="1643943"/>
            <a:ext cx="3263154" cy="52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Extract Drawing Details</a:t>
            </a:r>
            <a:endParaRPr lang="en-IN" sz="21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2C56E52-7701-F658-B8A3-0D9B3ACEA558}"/>
              </a:ext>
            </a:extLst>
          </p:cNvPr>
          <p:cNvCxnSpPr/>
          <p:nvPr/>
        </p:nvCxnSpPr>
        <p:spPr>
          <a:xfrm>
            <a:off x="1425403" y="3599470"/>
            <a:ext cx="190014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3E9F4CC-9486-7D92-6357-4D2858952707}"/>
              </a:ext>
            </a:extLst>
          </p:cNvPr>
          <p:cNvCxnSpPr/>
          <p:nvPr/>
        </p:nvCxnSpPr>
        <p:spPr>
          <a:xfrm>
            <a:off x="1418172" y="3599470"/>
            <a:ext cx="0" cy="2269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FE1CA15-8377-2636-D09A-EC1C58476B86}"/>
              </a:ext>
            </a:extLst>
          </p:cNvPr>
          <p:cNvCxnSpPr>
            <a:cxnSpLocks/>
          </p:cNvCxnSpPr>
          <p:nvPr/>
        </p:nvCxnSpPr>
        <p:spPr>
          <a:xfrm>
            <a:off x="3320538" y="3599470"/>
            <a:ext cx="0" cy="3062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D38D3C3-4B8D-386E-31D2-0627AC1A3C48}"/>
              </a:ext>
            </a:extLst>
          </p:cNvPr>
          <p:cNvCxnSpPr>
            <a:cxnSpLocks/>
          </p:cNvCxnSpPr>
          <p:nvPr/>
        </p:nvCxnSpPr>
        <p:spPr>
          <a:xfrm>
            <a:off x="1418172" y="4562913"/>
            <a:ext cx="0" cy="332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8FEE9DD-850B-F1A4-F7AF-DA575705D744}"/>
              </a:ext>
            </a:extLst>
          </p:cNvPr>
          <p:cNvCxnSpPr>
            <a:cxnSpLocks/>
          </p:cNvCxnSpPr>
          <p:nvPr/>
        </p:nvCxnSpPr>
        <p:spPr>
          <a:xfrm>
            <a:off x="3320538" y="4583230"/>
            <a:ext cx="0" cy="332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9" name="Picture 48">
            <a:extLst>
              <a:ext uri="{FF2B5EF4-FFF2-40B4-BE49-F238E27FC236}">
                <a16:creationId xmlns:a16="http://schemas.microsoft.com/office/drawing/2014/main" id="{31770A07-4CF6-14B2-EC14-6D93F1E395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6958" y="3839599"/>
            <a:ext cx="2127016" cy="6572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1B97E612-D7B5-6499-43DD-16877FC6C89C}"/>
              </a:ext>
            </a:extLst>
          </p:cNvPr>
          <p:cNvSpPr/>
          <p:nvPr/>
        </p:nvSpPr>
        <p:spPr>
          <a:xfrm>
            <a:off x="4907095" y="4885946"/>
            <a:ext cx="2805893" cy="52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Get The Text</a:t>
            </a:r>
            <a:endParaRPr lang="en-IN" sz="21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D8FBF56-16CB-DCAC-A2C3-EA9338635525}"/>
              </a:ext>
            </a:extLst>
          </p:cNvPr>
          <p:cNvCxnSpPr>
            <a:stCxn id="11" idx="2"/>
          </p:cNvCxnSpPr>
          <p:nvPr/>
        </p:nvCxnSpPr>
        <p:spPr>
          <a:xfrm flipH="1">
            <a:off x="6310041" y="3478717"/>
            <a:ext cx="7576" cy="3339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ACA76CD-538F-BEC2-B9DD-4C15CAE0757A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6310041" y="4496823"/>
            <a:ext cx="1" cy="3891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0" name="Picture 59">
            <a:extLst>
              <a:ext uri="{FF2B5EF4-FFF2-40B4-BE49-F238E27FC236}">
                <a16:creationId xmlns:a16="http://schemas.microsoft.com/office/drawing/2014/main" id="{D14898FB-32DC-7679-64FA-D8E32FD37C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0456" y="3854924"/>
            <a:ext cx="2370653" cy="55131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CD8F09FA-F270-B417-40B9-C32191E04345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10128206" y="3478717"/>
            <a:ext cx="7577" cy="3760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9B3D807F-3858-F20A-8953-1B04D610C734}"/>
              </a:ext>
            </a:extLst>
          </p:cNvPr>
          <p:cNvSpPr/>
          <p:nvPr/>
        </p:nvSpPr>
        <p:spPr>
          <a:xfrm>
            <a:off x="8779604" y="4825290"/>
            <a:ext cx="2805893" cy="52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Get The Text</a:t>
            </a:r>
            <a:endParaRPr lang="en-IN" sz="21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420D394-BF48-D488-863F-54E057EAD8A4}"/>
              </a:ext>
            </a:extLst>
          </p:cNvPr>
          <p:cNvCxnSpPr>
            <a:cxnSpLocks/>
          </p:cNvCxnSpPr>
          <p:nvPr/>
        </p:nvCxnSpPr>
        <p:spPr>
          <a:xfrm>
            <a:off x="10125335" y="4436167"/>
            <a:ext cx="1" cy="3891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3BDD1D93-C75F-C324-6C74-A9C18B009B02}"/>
              </a:ext>
            </a:extLst>
          </p:cNvPr>
          <p:cNvCxnSpPr>
            <a:stCxn id="22" idx="2"/>
            <a:endCxn id="23" idx="1"/>
          </p:cNvCxnSpPr>
          <p:nvPr/>
        </p:nvCxnSpPr>
        <p:spPr>
          <a:xfrm rot="16200000" flipH="1">
            <a:off x="2702950" y="5178456"/>
            <a:ext cx="653123" cy="1183957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DC27D528-C071-8A49-35A2-0D3AC9FAE3C4}"/>
              </a:ext>
            </a:extLst>
          </p:cNvPr>
          <p:cNvCxnSpPr>
            <a:cxnSpLocks/>
          </p:cNvCxnSpPr>
          <p:nvPr/>
        </p:nvCxnSpPr>
        <p:spPr>
          <a:xfrm>
            <a:off x="6317617" y="5443872"/>
            <a:ext cx="0" cy="3683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6E342E49-88D2-F86B-D191-5D4E1B150685}"/>
              </a:ext>
            </a:extLst>
          </p:cNvPr>
          <p:cNvCxnSpPr>
            <a:stCxn id="64" idx="2"/>
            <a:endCxn id="23" idx="3"/>
          </p:cNvCxnSpPr>
          <p:nvPr/>
        </p:nvCxnSpPr>
        <p:spPr>
          <a:xfrm rot="5400000">
            <a:off x="9308536" y="5222981"/>
            <a:ext cx="743707" cy="1004324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6CC5B99E-5C7C-F75A-49CF-25C921E25346}"/>
              </a:ext>
            </a:extLst>
          </p:cNvPr>
          <p:cNvSpPr/>
          <p:nvPr/>
        </p:nvSpPr>
        <p:spPr>
          <a:xfrm>
            <a:off x="8515216" y="339606"/>
            <a:ext cx="2805893" cy="19257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2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Drawing Details Class</a:t>
            </a:r>
          </a:p>
          <a:p>
            <a:pPr algn="ctr"/>
            <a:endParaRPr lang="en-US" sz="21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2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Drawing Number </a:t>
            </a:r>
          </a:p>
          <a:p>
            <a:pPr algn="ctr"/>
            <a:r>
              <a:rPr lang="en-US" sz="2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Sheet Number</a:t>
            </a:r>
          </a:p>
          <a:p>
            <a:pPr algn="ctr"/>
            <a:r>
              <a:rPr lang="en-US" sz="2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Revision Number</a:t>
            </a:r>
          </a:p>
          <a:p>
            <a:pPr algn="ctr"/>
            <a:endParaRPr lang="en-IN" sz="21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8D97C39E-9FAC-77AC-489F-159FB0590C07}"/>
              </a:ext>
            </a:extLst>
          </p:cNvPr>
          <p:cNvCxnSpPr>
            <a:cxnSpLocks/>
          </p:cNvCxnSpPr>
          <p:nvPr/>
        </p:nvCxnSpPr>
        <p:spPr>
          <a:xfrm>
            <a:off x="8504956" y="1000981"/>
            <a:ext cx="282641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440CB991-4267-6EEF-536A-8D6EC0DE6914}"/>
              </a:ext>
            </a:extLst>
          </p:cNvPr>
          <p:cNvCxnSpPr>
            <a:stCxn id="86" idx="3"/>
          </p:cNvCxnSpPr>
          <p:nvPr/>
        </p:nvCxnSpPr>
        <p:spPr>
          <a:xfrm>
            <a:off x="7949194" y="1907943"/>
            <a:ext cx="5557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Google Shape;549;p43">
            <a:extLst>
              <a:ext uri="{FF2B5EF4-FFF2-40B4-BE49-F238E27FC236}">
                <a16:creationId xmlns:a16="http://schemas.microsoft.com/office/drawing/2014/main" id="{CE666D91-8FBF-DBAE-D112-D110E36CBD22}"/>
              </a:ext>
            </a:extLst>
          </p:cNvPr>
          <p:cNvSpPr txBox="1"/>
          <p:nvPr/>
        </p:nvSpPr>
        <p:spPr>
          <a:xfrm>
            <a:off x="1643571" y="226802"/>
            <a:ext cx="2383498" cy="451286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dirty="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File Name Stored</a:t>
            </a:r>
            <a:endParaRPr sz="2100" b="1" dirty="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09FE050-095B-B163-289D-62ABB77A025A}"/>
              </a:ext>
            </a:extLst>
          </p:cNvPr>
          <p:cNvCxnSpPr>
            <a:stCxn id="61" idx="1"/>
            <a:endCxn id="2" idx="3"/>
          </p:cNvCxnSpPr>
          <p:nvPr/>
        </p:nvCxnSpPr>
        <p:spPr>
          <a:xfrm flipH="1">
            <a:off x="4027069" y="452445"/>
            <a:ext cx="10987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Google Shape;549;p43">
            <a:extLst>
              <a:ext uri="{FF2B5EF4-FFF2-40B4-BE49-F238E27FC236}">
                <a16:creationId xmlns:a16="http://schemas.microsoft.com/office/drawing/2014/main" id="{4FDC6395-3C7D-F1ED-851D-9525F700A74F}"/>
              </a:ext>
            </a:extLst>
          </p:cNvPr>
          <p:cNvSpPr txBox="1"/>
          <p:nvPr/>
        </p:nvSpPr>
        <p:spPr>
          <a:xfrm>
            <a:off x="1643571" y="854381"/>
            <a:ext cx="2383498" cy="451286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dirty="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Number of Beams </a:t>
            </a:r>
            <a:endParaRPr sz="2100" b="1" dirty="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D0B2F41-D73D-B179-E440-D51DDED404F8}"/>
              </a:ext>
            </a:extLst>
          </p:cNvPr>
          <p:cNvCxnSpPr/>
          <p:nvPr/>
        </p:nvCxnSpPr>
        <p:spPr>
          <a:xfrm flipH="1">
            <a:off x="4027068" y="1094026"/>
            <a:ext cx="10987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0856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A76AA32-6875-62D7-15D8-62C67D447A02}"/>
              </a:ext>
            </a:extLst>
          </p:cNvPr>
          <p:cNvSpPr/>
          <p:nvPr/>
        </p:nvSpPr>
        <p:spPr>
          <a:xfrm>
            <a:off x="365353" y="592824"/>
            <a:ext cx="2805893" cy="18127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2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Beam Details Class</a:t>
            </a:r>
          </a:p>
          <a:p>
            <a:pPr algn="ctr"/>
            <a:endParaRPr lang="en-US" sz="21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2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Beam Section</a:t>
            </a:r>
          </a:p>
          <a:p>
            <a:pPr algn="ctr"/>
            <a:r>
              <a:rPr lang="en-US" sz="2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Beam Length</a:t>
            </a:r>
          </a:p>
          <a:p>
            <a:pPr algn="ctr"/>
            <a:r>
              <a:rPr lang="en-US" sz="2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Beam Quantity</a:t>
            </a:r>
          </a:p>
          <a:p>
            <a:pPr algn="ctr"/>
            <a:endParaRPr lang="en-IN" sz="21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DCA3185-731E-6DDF-D706-9BD8E7B867A4}"/>
              </a:ext>
            </a:extLst>
          </p:cNvPr>
          <p:cNvCxnSpPr>
            <a:cxnSpLocks/>
          </p:cNvCxnSpPr>
          <p:nvPr/>
        </p:nvCxnSpPr>
        <p:spPr>
          <a:xfrm>
            <a:off x="365353" y="1141657"/>
            <a:ext cx="28058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4C4E400F-A91C-1239-E604-B5188EE6265B}"/>
              </a:ext>
            </a:extLst>
          </p:cNvPr>
          <p:cNvSpPr/>
          <p:nvPr/>
        </p:nvSpPr>
        <p:spPr>
          <a:xfrm>
            <a:off x="3705303" y="592824"/>
            <a:ext cx="3402464" cy="18127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2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Angle Cleat Details Class</a:t>
            </a:r>
          </a:p>
          <a:p>
            <a:pPr algn="ctr"/>
            <a:endParaRPr lang="en-US" sz="21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2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Angle Cleat Section</a:t>
            </a:r>
          </a:p>
          <a:p>
            <a:pPr algn="ctr"/>
            <a:r>
              <a:rPr lang="en-US" sz="2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Angle Cleat Length</a:t>
            </a:r>
          </a:p>
          <a:p>
            <a:pPr algn="ctr"/>
            <a:r>
              <a:rPr lang="en-US" sz="2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Angle Cleat Quantity</a:t>
            </a:r>
          </a:p>
          <a:p>
            <a:pPr algn="ctr"/>
            <a:endParaRPr lang="en-IN" sz="21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5BC786E-2F00-3231-990B-55C7F3BEC359}"/>
              </a:ext>
            </a:extLst>
          </p:cNvPr>
          <p:cNvCxnSpPr>
            <a:cxnSpLocks/>
          </p:cNvCxnSpPr>
          <p:nvPr/>
        </p:nvCxnSpPr>
        <p:spPr>
          <a:xfrm>
            <a:off x="3705303" y="1141657"/>
            <a:ext cx="342298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5CFD118-6F01-F877-ACAA-20C736674B47}"/>
              </a:ext>
            </a:extLst>
          </p:cNvPr>
          <p:cNvSpPr/>
          <p:nvPr/>
        </p:nvSpPr>
        <p:spPr>
          <a:xfrm>
            <a:off x="7463863" y="189692"/>
            <a:ext cx="3686163" cy="22632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2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Plate Details Class</a:t>
            </a:r>
          </a:p>
          <a:p>
            <a:pPr algn="ctr"/>
            <a:endParaRPr lang="en-US" sz="21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2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Plate Thickness</a:t>
            </a:r>
          </a:p>
          <a:p>
            <a:pPr algn="ctr"/>
            <a:r>
              <a:rPr lang="en-US" sz="2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Plate Dimensions</a:t>
            </a:r>
          </a:p>
          <a:p>
            <a:pPr algn="ctr"/>
            <a:r>
              <a:rPr lang="en-US" sz="2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Plate Quantity</a:t>
            </a:r>
          </a:p>
          <a:p>
            <a:pPr algn="ctr"/>
            <a:r>
              <a:rPr lang="en-US" sz="2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Plate Standard Weight = 7.85</a:t>
            </a:r>
          </a:p>
          <a:p>
            <a:pPr algn="ctr"/>
            <a:endParaRPr lang="en-US" sz="21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17A665A-00DB-AA62-BC70-52D359931794}"/>
              </a:ext>
            </a:extLst>
          </p:cNvPr>
          <p:cNvCxnSpPr>
            <a:cxnSpLocks/>
          </p:cNvCxnSpPr>
          <p:nvPr/>
        </p:nvCxnSpPr>
        <p:spPr>
          <a:xfrm>
            <a:off x="7463863" y="804029"/>
            <a:ext cx="368616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44486490-182F-8787-63F8-E745C57CE96B}"/>
              </a:ext>
            </a:extLst>
          </p:cNvPr>
          <p:cNvSpPr/>
          <p:nvPr/>
        </p:nvSpPr>
        <p:spPr>
          <a:xfrm>
            <a:off x="4486772" y="2997582"/>
            <a:ext cx="2264899" cy="5978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MKD</a:t>
            </a:r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6AB5DFD-2BB4-80AF-64C1-F871F25FA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3863" y="2854577"/>
            <a:ext cx="1838942" cy="38780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72772C4-A07B-E77B-CCCE-2900BC2FF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3981" y="2854577"/>
            <a:ext cx="803059" cy="4081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ECF5C22-06EA-F554-8BFF-3EF9EDD1741F}"/>
              </a:ext>
            </a:extLst>
          </p:cNvPr>
          <p:cNvCxnSpPr>
            <a:stCxn id="14" idx="3"/>
            <a:endCxn id="20" idx="1"/>
          </p:cNvCxnSpPr>
          <p:nvPr/>
        </p:nvCxnSpPr>
        <p:spPr>
          <a:xfrm>
            <a:off x="9302805" y="3048479"/>
            <a:ext cx="501176" cy="101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1EC08518-72C3-FEA1-9E72-A43AC8E1EE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3863" y="3433611"/>
            <a:ext cx="2397660" cy="31968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6EF49F30-837C-DB35-3C49-7C4CF7AE6DD2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6751671" y="3048479"/>
            <a:ext cx="712192" cy="22577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0600E530-0E53-4726-BC79-9C36A809C6CA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6751671" y="3274257"/>
            <a:ext cx="712192" cy="31919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76A53BB9-9270-2B8D-E9B5-0ACAD70419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982" y="4452429"/>
            <a:ext cx="1896921" cy="43910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F881381-35EF-A90F-F294-1A861233E6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3177" y="4498707"/>
            <a:ext cx="4464738" cy="31418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D03E02E7-2F09-2C52-9A43-318E2C59F4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9127" y="5202344"/>
            <a:ext cx="4570587" cy="6814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67375017-94B8-8FED-7CEE-F68E5B3236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14548" y="4452429"/>
            <a:ext cx="2057400" cy="3429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26C5C62-8A89-B715-E67A-FAB1A597B2D1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5619222" y="3595459"/>
            <a:ext cx="0" cy="5859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E4D3221-F327-E3EE-169A-86AAF1D94EAF}"/>
              </a:ext>
            </a:extLst>
          </p:cNvPr>
          <p:cNvCxnSpPr>
            <a:cxnSpLocks/>
          </p:cNvCxnSpPr>
          <p:nvPr/>
        </p:nvCxnSpPr>
        <p:spPr>
          <a:xfrm>
            <a:off x="1787117" y="4152905"/>
            <a:ext cx="8256863" cy="345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6111473-56BF-B36E-A7EA-B13C1D8C3B0E}"/>
              </a:ext>
            </a:extLst>
          </p:cNvPr>
          <p:cNvCxnSpPr/>
          <p:nvPr/>
        </p:nvCxnSpPr>
        <p:spPr>
          <a:xfrm>
            <a:off x="1787117" y="4152905"/>
            <a:ext cx="0" cy="2995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424B64F-4167-2263-23FB-203791984AB1}"/>
              </a:ext>
            </a:extLst>
          </p:cNvPr>
          <p:cNvCxnSpPr>
            <a:endCxn id="40" idx="0"/>
          </p:cNvCxnSpPr>
          <p:nvPr/>
        </p:nvCxnSpPr>
        <p:spPr>
          <a:xfrm>
            <a:off x="10043248" y="4181403"/>
            <a:ext cx="0" cy="2710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7A7D80E-4358-F2AD-3EF2-E1020B866D85}"/>
              </a:ext>
            </a:extLst>
          </p:cNvPr>
          <p:cNvCxnSpPr/>
          <p:nvPr/>
        </p:nvCxnSpPr>
        <p:spPr>
          <a:xfrm>
            <a:off x="5619222" y="4152905"/>
            <a:ext cx="0" cy="2995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98ADC63-C9F2-43FB-3C1C-7EA17A03864A}"/>
              </a:ext>
            </a:extLst>
          </p:cNvPr>
          <p:cNvCxnSpPr/>
          <p:nvPr/>
        </p:nvCxnSpPr>
        <p:spPr>
          <a:xfrm>
            <a:off x="5619222" y="4828723"/>
            <a:ext cx="0" cy="3736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7EF3BE6E-489D-1646-AFD1-C4A4066A5CE4}"/>
              </a:ext>
            </a:extLst>
          </p:cNvPr>
          <p:cNvSpPr/>
          <p:nvPr/>
        </p:nvSpPr>
        <p:spPr>
          <a:xfrm>
            <a:off x="408243" y="4452429"/>
            <a:ext cx="436504" cy="43910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CFC45BC7-D484-904C-EB69-C6C0FCF56AE9}"/>
              </a:ext>
            </a:extLst>
          </p:cNvPr>
          <p:cNvSpPr/>
          <p:nvPr/>
        </p:nvSpPr>
        <p:spPr>
          <a:xfrm>
            <a:off x="3036799" y="4436249"/>
            <a:ext cx="436504" cy="43910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BC7F03A-61B1-7F52-2B01-0EEBB5F7D944}"/>
              </a:ext>
            </a:extLst>
          </p:cNvPr>
          <p:cNvSpPr/>
          <p:nvPr/>
        </p:nvSpPr>
        <p:spPr>
          <a:xfrm>
            <a:off x="8453659" y="4420512"/>
            <a:ext cx="436504" cy="43910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3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5459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A950601-20F7-E2A7-3175-8DB04A2A6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21" y="2312971"/>
            <a:ext cx="3165204" cy="52753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DB9E2EA-8A41-E844-F590-84041DD1C8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4223"/>
          <a:stretch/>
        </p:blipFill>
        <p:spPr>
          <a:xfrm>
            <a:off x="4411531" y="426725"/>
            <a:ext cx="815899" cy="527534"/>
          </a:xfrm>
          <a:prstGeom prst="rect">
            <a:avLst/>
          </a:prstGeom>
          <a:ln w="38100" cap="sq">
            <a:solidFill>
              <a:srgbClr val="FF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DBD4D1-DA16-5126-5D1E-264963C552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832" t="-2669" b="1"/>
          <a:stretch/>
        </p:blipFill>
        <p:spPr>
          <a:xfrm>
            <a:off x="6451105" y="3158194"/>
            <a:ext cx="1492982" cy="5416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712BF6-217E-8DE3-FC69-E3B7C7461F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0485"/>
          <a:stretch/>
        </p:blipFill>
        <p:spPr>
          <a:xfrm>
            <a:off x="4423778" y="2305932"/>
            <a:ext cx="2200284" cy="52753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4D5CEE-78C2-8F8B-1D8A-376005B932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6782"/>
          <a:stretch/>
        </p:blipFill>
        <p:spPr>
          <a:xfrm>
            <a:off x="4411531" y="1406779"/>
            <a:ext cx="1684469" cy="527534"/>
          </a:xfrm>
          <a:prstGeom prst="rect">
            <a:avLst/>
          </a:prstGeom>
          <a:ln w="38100" cap="sq">
            <a:solidFill>
              <a:srgbClr val="FF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0010F5B-BC92-1709-1AD7-EC1B0CFA97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741"/>
          <a:stretch/>
        </p:blipFill>
        <p:spPr>
          <a:xfrm>
            <a:off x="8188472" y="426725"/>
            <a:ext cx="989414" cy="52753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0869486-6814-56CC-F8B6-9A826DD343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912" r="31305"/>
          <a:stretch/>
        </p:blipFill>
        <p:spPr>
          <a:xfrm>
            <a:off x="7210230" y="426725"/>
            <a:ext cx="478301" cy="52753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C5A3A4E-4097-6058-81F9-79128B9C43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201" t="-1" r="44132" b="1"/>
          <a:stretch/>
        </p:blipFill>
        <p:spPr>
          <a:xfrm>
            <a:off x="5739618" y="426725"/>
            <a:ext cx="970671" cy="527534"/>
          </a:xfrm>
          <a:prstGeom prst="rect">
            <a:avLst/>
          </a:prstGeom>
          <a:ln w="38100" cap="sq">
            <a:solidFill>
              <a:srgbClr val="FF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8437ED4-FEC2-80A9-C422-BFC8786792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912" r="31305"/>
          <a:stretch/>
        </p:blipFill>
        <p:spPr>
          <a:xfrm>
            <a:off x="6503452" y="1406779"/>
            <a:ext cx="478301" cy="52753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216DA93-E17B-51D8-40A2-D4FF55934F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741"/>
          <a:stretch/>
        </p:blipFill>
        <p:spPr>
          <a:xfrm>
            <a:off x="7389205" y="1406779"/>
            <a:ext cx="989414" cy="52753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CBE90C6-5131-F9B3-ACEF-9FE96B42EE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741"/>
          <a:stretch/>
        </p:blipFill>
        <p:spPr>
          <a:xfrm>
            <a:off x="6954673" y="2312971"/>
            <a:ext cx="989414" cy="52753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B243003-D211-E85F-27B4-9D60B1AC17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832" t="-2669" b="1"/>
          <a:stretch/>
        </p:blipFill>
        <p:spPr>
          <a:xfrm>
            <a:off x="7197596" y="4115392"/>
            <a:ext cx="1492982" cy="5416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6807564-21C0-F788-F8EE-EE3BA33B76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6782"/>
          <a:stretch/>
        </p:blipFill>
        <p:spPr>
          <a:xfrm>
            <a:off x="4423778" y="3169931"/>
            <a:ext cx="1684469" cy="527534"/>
          </a:xfrm>
          <a:prstGeom prst="rect">
            <a:avLst/>
          </a:prstGeom>
          <a:ln w="38100" cap="sq">
            <a:solidFill>
              <a:srgbClr val="FF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7F8F021-F613-C35F-2AD8-205777F7F7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4223"/>
          <a:stretch/>
        </p:blipFill>
        <p:spPr>
          <a:xfrm>
            <a:off x="4444354" y="4115392"/>
            <a:ext cx="815899" cy="527534"/>
          </a:xfrm>
          <a:prstGeom prst="rect">
            <a:avLst/>
          </a:prstGeom>
          <a:ln w="38100" cap="sq">
            <a:solidFill>
              <a:srgbClr val="FF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216B0CD-D7D0-FA66-CEE4-1D41E070E1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201" t="-1" r="44132" b="1"/>
          <a:stretch/>
        </p:blipFill>
        <p:spPr>
          <a:xfrm>
            <a:off x="5760194" y="4115392"/>
            <a:ext cx="970671" cy="527534"/>
          </a:xfrm>
          <a:prstGeom prst="rect">
            <a:avLst/>
          </a:prstGeom>
          <a:ln w="38100" cap="sq">
            <a:solidFill>
              <a:srgbClr val="FF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D110EDC-7A18-9C32-351F-E4655C183F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4223"/>
          <a:stretch/>
        </p:blipFill>
        <p:spPr>
          <a:xfrm>
            <a:off x="4444354" y="5014545"/>
            <a:ext cx="815899" cy="52753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D94590-26E2-AFB2-DE7C-48909C51C0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547"/>
          <a:stretch/>
        </p:blipFill>
        <p:spPr>
          <a:xfrm>
            <a:off x="5608182" y="5021584"/>
            <a:ext cx="2388252" cy="52753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0F0661D-AED3-7B22-BD2D-B80D88803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531" y="5878544"/>
            <a:ext cx="3165204" cy="52753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AA81CE3-FE9A-4AC5-850E-600FA123CEBF}"/>
              </a:ext>
            </a:extLst>
          </p:cNvPr>
          <p:cNvSpPr txBox="1"/>
          <p:nvPr/>
        </p:nvSpPr>
        <p:spPr>
          <a:xfrm>
            <a:off x="3970742" y="505826"/>
            <a:ext cx="4530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1)</a:t>
            </a:r>
            <a:endParaRPr lang="en-IN" sz="2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03D0A9-A8CF-080A-9AA2-98BC4CD9A58E}"/>
              </a:ext>
            </a:extLst>
          </p:cNvPr>
          <p:cNvSpPr txBox="1"/>
          <p:nvPr/>
        </p:nvSpPr>
        <p:spPr>
          <a:xfrm>
            <a:off x="3994973" y="1469461"/>
            <a:ext cx="453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2)</a:t>
            </a:r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5BC870-4DF3-11BD-72AF-FED4E234E02E}"/>
              </a:ext>
            </a:extLst>
          </p:cNvPr>
          <p:cNvSpPr txBox="1"/>
          <p:nvPr/>
        </p:nvSpPr>
        <p:spPr>
          <a:xfrm>
            <a:off x="3970743" y="2381984"/>
            <a:ext cx="453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3)</a:t>
            </a:r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EE1836-73B4-515D-FB80-46EEB40323CA}"/>
              </a:ext>
            </a:extLst>
          </p:cNvPr>
          <p:cNvSpPr txBox="1"/>
          <p:nvPr/>
        </p:nvSpPr>
        <p:spPr>
          <a:xfrm>
            <a:off x="3970743" y="3244334"/>
            <a:ext cx="453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4)</a:t>
            </a:r>
            <a:endParaRPr lang="en-IN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F899713-5A68-995B-7382-486D53B0BC1A}"/>
              </a:ext>
            </a:extLst>
          </p:cNvPr>
          <p:cNvSpPr txBox="1"/>
          <p:nvPr/>
        </p:nvSpPr>
        <p:spPr>
          <a:xfrm>
            <a:off x="3991319" y="4177409"/>
            <a:ext cx="453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5)</a:t>
            </a:r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DAB31F9-8438-1CC3-754B-980431D621AF}"/>
              </a:ext>
            </a:extLst>
          </p:cNvPr>
          <p:cNvSpPr txBox="1"/>
          <p:nvPr/>
        </p:nvSpPr>
        <p:spPr>
          <a:xfrm>
            <a:off x="3977187" y="5007486"/>
            <a:ext cx="453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6)</a:t>
            </a:r>
            <a:endParaRPr lang="en-IN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843E7B4-996E-E988-573E-B68AD1BDE83B}"/>
              </a:ext>
            </a:extLst>
          </p:cNvPr>
          <p:cNvSpPr txBox="1"/>
          <p:nvPr/>
        </p:nvSpPr>
        <p:spPr>
          <a:xfrm>
            <a:off x="3974780" y="5957645"/>
            <a:ext cx="453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7)</a:t>
            </a:r>
            <a:endParaRPr lang="en-IN" dirty="0"/>
          </a:p>
        </p:txBody>
      </p:sp>
      <p:pic>
        <p:nvPicPr>
          <p:cNvPr id="1026" name="Picture 2" descr="Flat Round Check Mark Green Icon ...">
            <a:extLst>
              <a:ext uri="{FF2B5EF4-FFF2-40B4-BE49-F238E27FC236}">
                <a16:creationId xmlns:a16="http://schemas.microsoft.com/office/drawing/2014/main" id="{02E492F6-8407-392E-913D-744E4946C3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8992" y="327914"/>
            <a:ext cx="713057" cy="713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Flat Round Check Mark Green Icon ...">
            <a:extLst>
              <a:ext uri="{FF2B5EF4-FFF2-40B4-BE49-F238E27FC236}">
                <a16:creationId xmlns:a16="http://schemas.microsoft.com/office/drawing/2014/main" id="{9A215AF0-2CCF-B1BB-8B7F-DFA28CF32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0578" y="1283130"/>
            <a:ext cx="713057" cy="713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Flat Round Check Mark Green Icon ...">
            <a:extLst>
              <a:ext uri="{FF2B5EF4-FFF2-40B4-BE49-F238E27FC236}">
                <a16:creationId xmlns:a16="http://schemas.microsoft.com/office/drawing/2014/main" id="{CB4C0D3C-7CDC-207D-6569-8846BC1273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5256" y="5785782"/>
            <a:ext cx="713057" cy="713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 descr="Flat Round Check Mark Green Icon ...">
            <a:extLst>
              <a:ext uri="{FF2B5EF4-FFF2-40B4-BE49-F238E27FC236}">
                <a16:creationId xmlns:a16="http://schemas.microsoft.com/office/drawing/2014/main" id="{DF8B0F49-53A9-58AF-BE0B-6E33BD4460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1326" y="2210121"/>
            <a:ext cx="713057" cy="713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2" descr="Flat Round Check Mark Green Icon ...">
            <a:extLst>
              <a:ext uri="{FF2B5EF4-FFF2-40B4-BE49-F238E27FC236}">
                <a16:creationId xmlns:a16="http://schemas.microsoft.com/office/drawing/2014/main" id="{230AD93A-549B-5ECD-0E9C-FDB51A4A8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1325" y="3037755"/>
            <a:ext cx="713057" cy="713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2" descr="Flat Round Check Mark Green Icon ...">
            <a:extLst>
              <a:ext uri="{FF2B5EF4-FFF2-40B4-BE49-F238E27FC236}">
                <a16:creationId xmlns:a16="http://schemas.microsoft.com/office/drawing/2014/main" id="{7001DF61-458A-59DA-C9B0-117C91A8A8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2991" y="4005546"/>
            <a:ext cx="713057" cy="713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2" descr="Flat Round Check Mark Green Icon ...">
            <a:extLst>
              <a:ext uri="{FF2B5EF4-FFF2-40B4-BE49-F238E27FC236}">
                <a16:creationId xmlns:a16="http://schemas.microsoft.com/office/drawing/2014/main" id="{C34BC194-9BE8-3A83-C8B5-7675EC6948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5179" y="4921783"/>
            <a:ext cx="713057" cy="713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1043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C7B861-DDEB-278C-4538-E477A4C5E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1866900"/>
            <a:ext cx="11963400" cy="3124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44246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28F3D-C29E-1294-9060-2D6195EDD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237141"/>
            <a:ext cx="3101323" cy="452176"/>
          </a:xfrm>
        </p:spPr>
        <p:txBody>
          <a:bodyPr/>
          <a:lstStyle/>
          <a:p>
            <a:r>
              <a:rPr lang="en-US" sz="3600" dirty="0"/>
              <a:t>Solution</a:t>
            </a:r>
            <a:endParaRPr lang="en-IN" sz="3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270F3E-2915-A88C-051D-A3C7B1340AFB}"/>
              </a:ext>
            </a:extLst>
          </p:cNvPr>
          <p:cNvSpPr/>
          <p:nvPr/>
        </p:nvSpPr>
        <p:spPr>
          <a:xfrm>
            <a:off x="1121547" y="1182844"/>
            <a:ext cx="2264899" cy="5978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getSingleMKD()</a:t>
            </a:r>
            <a:endParaRPr lang="en-IN" sz="2200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5F50CA-D344-1CF2-216D-39B07B759623}"/>
              </a:ext>
            </a:extLst>
          </p:cNvPr>
          <p:cNvSpPr/>
          <p:nvPr/>
        </p:nvSpPr>
        <p:spPr>
          <a:xfrm>
            <a:off x="8636742" y="1182847"/>
            <a:ext cx="2855740" cy="5978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getToKeywordMKD()</a:t>
            </a:r>
            <a:endParaRPr lang="en-IN" sz="21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E744C8-8874-DFDB-8019-4ABA0074F40F}"/>
              </a:ext>
            </a:extLst>
          </p:cNvPr>
          <p:cNvSpPr/>
          <p:nvPr/>
        </p:nvSpPr>
        <p:spPr>
          <a:xfrm>
            <a:off x="4346917" y="2433710"/>
            <a:ext cx="3657599" cy="5978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Replace MKD characters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8A85B0-C2D3-F67E-D471-09A91A7E5ACB}"/>
              </a:ext>
            </a:extLst>
          </p:cNvPr>
          <p:cNvSpPr/>
          <p:nvPr/>
        </p:nvSpPr>
        <p:spPr>
          <a:xfrm>
            <a:off x="4346916" y="3527475"/>
            <a:ext cx="3657599" cy="5978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Check If MKD</a:t>
            </a:r>
            <a:endParaRPr lang="en-IN" dirty="0"/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A85A568D-5A4F-910C-E4CB-5C051B60C354}"/>
              </a:ext>
            </a:extLst>
          </p:cNvPr>
          <p:cNvCxnSpPr>
            <a:cxnSpLocks/>
            <a:stCxn id="3" idx="2"/>
            <a:endCxn id="6" idx="1"/>
          </p:cNvCxnSpPr>
          <p:nvPr/>
        </p:nvCxnSpPr>
        <p:spPr>
          <a:xfrm rot="16200000" flipH="1">
            <a:off x="2824493" y="1210225"/>
            <a:ext cx="951928" cy="209292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2E69CB18-3A89-6B49-A23D-DB2874D226F3}"/>
              </a:ext>
            </a:extLst>
          </p:cNvPr>
          <p:cNvCxnSpPr>
            <a:cxnSpLocks/>
            <a:endCxn id="6" idx="3"/>
          </p:cNvCxnSpPr>
          <p:nvPr/>
        </p:nvCxnSpPr>
        <p:spPr>
          <a:xfrm rot="5400000">
            <a:off x="8558602" y="1226638"/>
            <a:ext cx="951925" cy="206009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BFFD76D-CC17-10BE-704C-1B03E67B3593}"/>
              </a:ext>
            </a:extLst>
          </p:cNvPr>
          <p:cNvSpPr/>
          <p:nvPr/>
        </p:nvSpPr>
        <p:spPr>
          <a:xfrm>
            <a:off x="4346916" y="1182844"/>
            <a:ext cx="3657599" cy="5978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dirty="0">
                <a:solidFill>
                  <a:schemeClr val="tx1"/>
                </a:solidFill>
              </a:rPr>
              <a:t>getCommaSeperatedMKD()</a:t>
            </a:r>
            <a:endParaRPr lang="en-IN" sz="2100" dirty="0">
              <a:solidFill>
                <a:schemeClr val="tx1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F601923-E955-1701-8290-E3AED1296E06}"/>
              </a:ext>
            </a:extLst>
          </p:cNvPr>
          <p:cNvCxnSpPr>
            <a:stCxn id="20" idx="2"/>
            <a:endCxn id="6" idx="0"/>
          </p:cNvCxnSpPr>
          <p:nvPr/>
        </p:nvCxnSpPr>
        <p:spPr>
          <a:xfrm>
            <a:off x="6175716" y="1780721"/>
            <a:ext cx="1" cy="6529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5C474FE-233E-14A1-AFC7-91F3C2838B7F}"/>
              </a:ext>
            </a:extLst>
          </p:cNvPr>
          <p:cNvCxnSpPr>
            <a:stCxn id="6" idx="2"/>
            <a:endCxn id="7" idx="0"/>
          </p:cNvCxnSpPr>
          <p:nvPr/>
        </p:nvCxnSpPr>
        <p:spPr>
          <a:xfrm flipH="1">
            <a:off x="6175716" y="3031587"/>
            <a:ext cx="1" cy="4958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BCFC4F2-0438-9C7A-F652-295983152F4E}"/>
              </a:ext>
            </a:extLst>
          </p:cNvPr>
          <p:cNvCxnSpPr>
            <a:cxnSpLocks/>
            <a:stCxn id="7" idx="2"/>
            <a:endCxn id="28" idx="0"/>
          </p:cNvCxnSpPr>
          <p:nvPr/>
        </p:nvCxnSpPr>
        <p:spPr>
          <a:xfrm>
            <a:off x="6175716" y="4125352"/>
            <a:ext cx="0" cy="7948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2239EEA1-4061-0D41-C51C-04089B704C3E}"/>
              </a:ext>
            </a:extLst>
          </p:cNvPr>
          <p:cNvSpPr/>
          <p:nvPr/>
        </p:nvSpPr>
        <p:spPr>
          <a:xfrm>
            <a:off x="4346916" y="4920178"/>
            <a:ext cx="3657599" cy="5978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Store in MKD list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D0D1A8B-D7CF-D6EC-CDD5-A8FA2B7AF486}"/>
              </a:ext>
            </a:extLst>
          </p:cNvPr>
          <p:cNvSpPr txBox="1"/>
          <p:nvPr/>
        </p:nvSpPr>
        <p:spPr>
          <a:xfrm>
            <a:off x="6175715" y="4331066"/>
            <a:ext cx="1195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MKD text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6765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5ED7A-456C-C108-797B-78B5E3BA6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991" y="368284"/>
            <a:ext cx="4029791" cy="763600"/>
          </a:xfrm>
        </p:spPr>
        <p:txBody>
          <a:bodyPr/>
          <a:lstStyle/>
          <a:p>
            <a:r>
              <a:rPr lang="en-US" dirty="0"/>
              <a:t>ISMB And ISMC Values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5D86D8-C944-C2EF-CBD2-A4BD97079A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72"/>
          <a:stretch/>
        </p:blipFill>
        <p:spPr>
          <a:xfrm>
            <a:off x="461112" y="1062732"/>
            <a:ext cx="6263244" cy="335520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1AE0FA-9D7F-F078-CE08-6CEAF64A3725}"/>
              </a:ext>
            </a:extLst>
          </p:cNvPr>
          <p:cNvSpPr txBox="1"/>
          <p:nvPr/>
        </p:nvSpPr>
        <p:spPr>
          <a:xfrm>
            <a:off x="6724356" y="2117059"/>
            <a:ext cx="28838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Standard Values Present in Sheet 2</a:t>
            </a:r>
            <a:endParaRPr lang="en-IN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70D828-84ED-4354-49FA-B44C08414FC3}"/>
              </a:ext>
            </a:extLst>
          </p:cNvPr>
          <p:cNvSpPr txBox="1"/>
          <p:nvPr/>
        </p:nvSpPr>
        <p:spPr>
          <a:xfrm>
            <a:off x="514074" y="5016927"/>
            <a:ext cx="101914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If later you want to change the section of the beam, the standard weight, weight, total weight would be automatically reflected in the bill of materials using excel formulas.</a:t>
            </a:r>
            <a:endParaRPr lang="en-IN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F36438-6F0E-EBE3-C3AD-0F7F98FFC4C0}"/>
              </a:ext>
            </a:extLst>
          </p:cNvPr>
          <p:cNvSpPr txBox="1"/>
          <p:nvPr/>
        </p:nvSpPr>
        <p:spPr>
          <a:xfrm>
            <a:off x="514074" y="4479101"/>
            <a:ext cx="259488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/>
              <a:t>New Feature</a:t>
            </a:r>
            <a:endParaRPr lang="en-IN" sz="2100" dirty="0"/>
          </a:p>
        </p:txBody>
      </p:sp>
    </p:spTree>
    <p:extLst>
      <p:ext uri="{BB962C8B-B14F-4D97-AF65-F5344CB8AC3E}">
        <p14:creationId xmlns:p14="http://schemas.microsoft.com/office/powerpoint/2010/main" val="3476982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F3BE9-A328-24A3-F8CE-45A514122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788" y="227607"/>
            <a:ext cx="2285397" cy="763600"/>
          </a:xfrm>
        </p:spPr>
        <p:txBody>
          <a:bodyPr/>
          <a:lstStyle/>
          <a:p>
            <a:r>
              <a:rPr lang="en-US" dirty="0"/>
              <a:t>Angle Cleats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EDADD7-5C12-4EAB-60AD-327A45B48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69" y="961533"/>
            <a:ext cx="2127016" cy="6572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6C24C6-988A-B15D-5E81-8CE4FFF5F5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5" b="1"/>
          <a:stretch/>
        </p:blipFill>
        <p:spPr>
          <a:xfrm>
            <a:off x="1468677" y="3732983"/>
            <a:ext cx="7578686" cy="244616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2B0DF83-5943-182D-25D9-2F71EEAE6083}"/>
              </a:ext>
            </a:extLst>
          </p:cNvPr>
          <p:cNvSpPr/>
          <p:nvPr/>
        </p:nvSpPr>
        <p:spPr>
          <a:xfrm>
            <a:off x="3615395" y="184839"/>
            <a:ext cx="3657599" cy="5978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ISA 75x758 THK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94B7A2-6CB0-0488-F457-23D939D594F5}"/>
              </a:ext>
            </a:extLst>
          </p:cNvPr>
          <p:cNvSpPr/>
          <p:nvPr/>
        </p:nvSpPr>
        <p:spPr>
          <a:xfrm>
            <a:off x="3615395" y="991207"/>
            <a:ext cx="3657599" cy="5978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ISA 7575x8 THK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9B66A5-E81E-C9D7-FA85-4327ABDEF2AE}"/>
              </a:ext>
            </a:extLst>
          </p:cNvPr>
          <p:cNvSpPr/>
          <p:nvPr/>
        </p:nvSpPr>
        <p:spPr>
          <a:xfrm>
            <a:off x="3615395" y="1855787"/>
            <a:ext cx="3657599" cy="5978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ISA 75x75x8 THK</a:t>
            </a:r>
            <a:endParaRPr lang="en-IN" sz="2000" dirty="0">
              <a:solidFill>
                <a:schemeClr val="tx1"/>
              </a:solidFill>
            </a:endParaRP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39D9AEB3-79A9-D64D-AF87-4FCF2BDB9A5D}"/>
              </a:ext>
            </a:extLst>
          </p:cNvPr>
          <p:cNvCxnSpPr>
            <a:stCxn id="4" idx="3"/>
            <a:endCxn id="7" idx="1"/>
          </p:cNvCxnSpPr>
          <p:nvPr/>
        </p:nvCxnSpPr>
        <p:spPr>
          <a:xfrm flipV="1">
            <a:off x="2532185" y="483778"/>
            <a:ext cx="1083210" cy="80636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41BAEC7-A8B0-B287-8AE4-2B6A9A1187F0}"/>
              </a:ext>
            </a:extLst>
          </p:cNvPr>
          <p:cNvCxnSpPr>
            <a:cxnSpLocks/>
          </p:cNvCxnSpPr>
          <p:nvPr/>
        </p:nvCxnSpPr>
        <p:spPr>
          <a:xfrm>
            <a:off x="3052689" y="1290144"/>
            <a:ext cx="56270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D2FA1B1A-2C3F-B2FF-99B7-DAC3B1A72DB3}"/>
              </a:ext>
            </a:extLst>
          </p:cNvPr>
          <p:cNvCxnSpPr>
            <a:stCxn id="4" idx="3"/>
            <a:endCxn id="9" idx="1"/>
          </p:cNvCxnSpPr>
          <p:nvPr/>
        </p:nvCxnSpPr>
        <p:spPr>
          <a:xfrm>
            <a:off x="2532185" y="1290145"/>
            <a:ext cx="1083210" cy="86458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1855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367D88-1830-5A5F-5297-FF22F4D6C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90" y="1594847"/>
            <a:ext cx="2370653" cy="55131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5D82A7C-53FE-8AD4-4F21-C02E71D0C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97" y="349683"/>
            <a:ext cx="1989975" cy="551315"/>
          </a:xfrm>
        </p:spPr>
        <p:txBody>
          <a:bodyPr/>
          <a:lstStyle/>
          <a:p>
            <a:r>
              <a:rPr lang="en-US" dirty="0"/>
              <a:t>Plates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27F62F-D447-3F51-CA02-C31DA8FDB71D}"/>
              </a:ext>
            </a:extLst>
          </p:cNvPr>
          <p:cNvSpPr/>
          <p:nvPr/>
        </p:nvSpPr>
        <p:spPr>
          <a:xfrm>
            <a:off x="7632676" y="762178"/>
            <a:ext cx="3686163" cy="22632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2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Plate Details Class</a:t>
            </a:r>
          </a:p>
          <a:p>
            <a:pPr algn="ctr"/>
            <a:endParaRPr lang="en-US" sz="21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2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Plate Thickness</a:t>
            </a:r>
          </a:p>
          <a:p>
            <a:pPr algn="ctr"/>
            <a:r>
              <a:rPr lang="en-US" sz="2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Plate Dimensions</a:t>
            </a:r>
          </a:p>
          <a:p>
            <a:pPr algn="ctr"/>
            <a:r>
              <a:rPr lang="en-US" sz="2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Plate Quantity</a:t>
            </a:r>
          </a:p>
          <a:p>
            <a:pPr algn="ctr"/>
            <a:r>
              <a:rPr lang="en-US" sz="2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Plate Standard Weight = 7.85</a:t>
            </a:r>
          </a:p>
          <a:p>
            <a:pPr algn="ctr"/>
            <a:endParaRPr lang="en-US" sz="21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3AD10E-032E-6B4C-6EF2-7AF995985BA8}"/>
              </a:ext>
            </a:extLst>
          </p:cNvPr>
          <p:cNvCxnSpPr>
            <a:cxnSpLocks/>
          </p:cNvCxnSpPr>
          <p:nvPr/>
        </p:nvCxnSpPr>
        <p:spPr>
          <a:xfrm>
            <a:off x="7632676" y="1380804"/>
            <a:ext cx="368616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22F27DD9-A4DF-07BD-74BC-C116F061C328}"/>
              </a:ext>
            </a:extLst>
          </p:cNvPr>
          <p:cNvSpPr/>
          <p:nvPr/>
        </p:nvSpPr>
        <p:spPr>
          <a:xfrm>
            <a:off x="3961263" y="1618162"/>
            <a:ext cx="2805893" cy="52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Get The Text</a:t>
            </a:r>
            <a:endParaRPr lang="en-IN" sz="21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D7E38B1-4451-2F50-48A1-9454BF77E7D0}"/>
              </a:ext>
            </a:extLst>
          </p:cNvPr>
          <p:cNvCxnSpPr>
            <a:stCxn id="3" idx="3"/>
            <a:endCxn id="8" idx="1"/>
          </p:cNvCxnSpPr>
          <p:nvPr/>
        </p:nvCxnSpPr>
        <p:spPr>
          <a:xfrm>
            <a:off x="3095743" y="1870505"/>
            <a:ext cx="865520" cy="116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D6E493D-4B52-8712-0DB0-09B2D381B180}"/>
              </a:ext>
            </a:extLst>
          </p:cNvPr>
          <p:cNvCxnSpPr>
            <a:stCxn id="8" idx="3"/>
            <a:endCxn id="6" idx="1"/>
          </p:cNvCxnSpPr>
          <p:nvPr/>
        </p:nvCxnSpPr>
        <p:spPr>
          <a:xfrm>
            <a:off x="6767156" y="1882162"/>
            <a:ext cx="865520" cy="116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67FC8520-5EFC-4220-03B8-13C2BA98AA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840" t="-4844"/>
          <a:stretch/>
        </p:blipFill>
        <p:spPr>
          <a:xfrm>
            <a:off x="725090" y="3381511"/>
            <a:ext cx="9719469" cy="67559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0C4031C-9E3C-5EE3-BDB8-CDEE02030DD3}"/>
              </a:ext>
            </a:extLst>
          </p:cNvPr>
          <p:cNvSpPr txBox="1"/>
          <p:nvPr/>
        </p:nvSpPr>
        <p:spPr>
          <a:xfrm>
            <a:off x="725090" y="4830865"/>
            <a:ext cx="103180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=(VALUE(LEFT(F{$row}, FIND("THK", F{$row})-1)) * VALUE(LEFT(G{$row}, FIND("x", G{$row})-1)) * RIGHT(G{$row}, LEN(G{$row}) - FIND("x", G{$row})) * H{$row} * I{$row})/1000000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E2158E-C845-9B88-AC4D-EDCCF722AA5D}"/>
              </a:ext>
            </a:extLst>
          </p:cNvPr>
          <p:cNvSpPr txBox="1"/>
          <p:nvPr/>
        </p:nvSpPr>
        <p:spPr>
          <a:xfrm>
            <a:off x="725090" y="4384589"/>
            <a:ext cx="574604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b="1" dirty="0"/>
              <a:t>Formula Used To Calculate The Weight</a:t>
            </a:r>
            <a:endParaRPr lang="en-IN" sz="2300" b="1" dirty="0"/>
          </a:p>
        </p:txBody>
      </p:sp>
    </p:spTree>
    <p:extLst>
      <p:ext uri="{BB962C8B-B14F-4D97-AF65-F5344CB8AC3E}">
        <p14:creationId xmlns:p14="http://schemas.microsoft.com/office/powerpoint/2010/main" val="3954661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3ED01-E120-F07E-17FA-305627349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420021"/>
            <a:ext cx="11360800" cy="1122400"/>
          </a:xfrm>
        </p:spPr>
        <p:txBody>
          <a:bodyPr/>
          <a:lstStyle/>
          <a:p>
            <a:r>
              <a:rPr lang="en-US" dirty="0"/>
              <a:t>Multiple Files be Uploaded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08A085-E1D1-D5FE-27AD-5C8001517651}"/>
              </a:ext>
            </a:extLst>
          </p:cNvPr>
          <p:cNvSpPr txBox="1"/>
          <p:nvPr/>
        </p:nvSpPr>
        <p:spPr>
          <a:xfrm>
            <a:off x="6096000" y="4331676"/>
            <a:ext cx="508017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Downloaded Excel Sheets can be retrieved directly from the Downloads Folder</a:t>
            </a:r>
            <a:endParaRPr lang="en-IN" sz="2800" dirty="0"/>
          </a:p>
        </p:txBody>
      </p:sp>
      <p:sp>
        <p:nvSpPr>
          <p:cNvPr id="4" name="AutoShape 2" descr="Upload Files icon PNG and SVG Vector Free Download">
            <a:extLst>
              <a:ext uri="{FF2B5EF4-FFF2-40B4-BE49-F238E27FC236}">
                <a16:creationId xmlns:a16="http://schemas.microsoft.com/office/drawing/2014/main" id="{6FF37586-6945-EA95-2859-3C6E5FD502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301E20-8829-2B57-AE00-C75B2A1FD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734" y="1676400"/>
            <a:ext cx="381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147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E55EC-48A5-280F-C67D-A8D7E06F5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48" y="110532"/>
            <a:ext cx="11360800" cy="744602"/>
          </a:xfrm>
        </p:spPr>
        <p:txBody>
          <a:bodyPr/>
          <a:lstStyle/>
          <a:p>
            <a:r>
              <a:rPr lang="en-US" sz="4400" dirty="0"/>
              <a:t>Inserting Data into Standard Excel Sheets</a:t>
            </a:r>
            <a:endParaRPr lang="en-IN" sz="4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BDE19D-3C53-6601-BEE1-A76E9CC486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401" r="28461"/>
          <a:stretch/>
        </p:blipFill>
        <p:spPr>
          <a:xfrm>
            <a:off x="683422" y="956603"/>
            <a:ext cx="10874326" cy="562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1702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C2D67-CEB8-B098-538C-3A0A3A3B0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321548"/>
            <a:ext cx="11360800" cy="1122400"/>
          </a:xfrm>
        </p:spPr>
        <p:txBody>
          <a:bodyPr/>
          <a:lstStyle/>
          <a:p>
            <a:r>
              <a:rPr lang="en-US" dirty="0"/>
              <a:t>Excel Text Formatting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CFE2D5-ADAE-00E0-4DEB-B9C8169F9994}"/>
              </a:ext>
            </a:extLst>
          </p:cNvPr>
          <p:cNvSpPr txBox="1"/>
          <p:nvPr/>
        </p:nvSpPr>
        <p:spPr>
          <a:xfrm>
            <a:off x="1055077" y="1744394"/>
            <a:ext cx="10199077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500" dirty="0"/>
              <a:t>Alignment Of Inserted Data - Center</a:t>
            </a:r>
          </a:p>
          <a:p>
            <a:pPr marL="342900" indent="-342900">
              <a:buAutoNum type="arabicPeriod"/>
            </a:pPr>
            <a:r>
              <a:rPr lang="en-IN" sz="2500" dirty="0"/>
              <a:t>Font Name </a:t>
            </a:r>
          </a:p>
          <a:p>
            <a:pPr marL="342900" indent="-342900">
              <a:buAutoNum type="arabicPeriod"/>
            </a:pPr>
            <a:r>
              <a:rPr lang="en-IN" sz="2500" dirty="0"/>
              <a:t>Font Size</a:t>
            </a:r>
          </a:p>
          <a:p>
            <a:pPr marL="342900" indent="-342900">
              <a:buAutoNum type="arabicPeriod"/>
            </a:pPr>
            <a:r>
              <a:rPr lang="en-IN" sz="2500" dirty="0"/>
              <a:t>Borders styling to each cell</a:t>
            </a:r>
          </a:p>
          <a:p>
            <a:pPr marL="342900" indent="-342900">
              <a:buAutoNum type="arabicPeriod"/>
            </a:pPr>
            <a:r>
              <a:rPr lang="en-IN" sz="2500" dirty="0"/>
              <a:t>Merging particular Excel rows and columns</a:t>
            </a:r>
          </a:p>
          <a:p>
            <a:pPr marL="342900" indent="-342900">
              <a:buAutoNum type="arabicPeriod"/>
            </a:pPr>
            <a:r>
              <a:rPr lang="en-IN" sz="2500" dirty="0"/>
              <a:t>Dynamic Insertion Of text = “Design Approved For Manufacturing”, Sign and Date.</a:t>
            </a:r>
          </a:p>
          <a:p>
            <a:endParaRPr lang="en-IN" sz="2500" dirty="0"/>
          </a:p>
          <a:p>
            <a:endParaRPr lang="en-IN" sz="2500" dirty="0"/>
          </a:p>
          <a:p>
            <a:r>
              <a:rPr lang="en-IN" sz="2500" dirty="0"/>
              <a:t>Written by our team in the code of the SBOM.   </a:t>
            </a:r>
          </a:p>
        </p:txBody>
      </p:sp>
    </p:spTree>
    <p:extLst>
      <p:ext uri="{BB962C8B-B14F-4D97-AF65-F5344CB8AC3E}">
        <p14:creationId xmlns:p14="http://schemas.microsoft.com/office/powerpoint/2010/main" val="23453035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5990975" y="1451560"/>
            <a:ext cx="5609887" cy="3954880"/>
            <a:chOff x="2523825" y="1354400"/>
            <a:chExt cx="4476450" cy="3155825"/>
          </a:xfrm>
        </p:grpSpPr>
        <p:sp>
          <p:nvSpPr>
            <p:cNvPr id="55" name="Google Shape;55;p13"/>
            <p:cNvSpPr/>
            <p:nvPr/>
          </p:nvSpPr>
          <p:spPr>
            <a:xfrm>
              <a:off x="5135725" y="2136600"/>
              <a:ext cx="424400" cy="668250"/>
            </a:xfrm>
            <a:custGeom>
              <a:avLst/>
              <a:gdLst/>
              <a:ahLst/>
              <a:cxnLst/>
              <a:rect l="l" t="t" r="r" b="b"/>
              <a:pathLst>
                <a:path w="16976" h="26730" extrusionOk="0">
                  <a:moveTo>
                    <a:pt x="159" y="1"/>
                  </a:moveTo>
                  <a:cubicBezTo>
                    <a:pt x="96" y="1"/>
                    <a:pt x="1" y="64"/>
                    <a:pt x="1" y="159"/>
                  </a:cubicBezTo>
                  <a:lnTo>
                    <a:pt x="1" y="16500"/>
                  </a:lnTo>
                  <a:cubicBezTo>
                    <a:pt x="1" y="16564"/>
                    <a:pt x="33" y="16595"/>
                    <a:pt x="64" y="16627"/>
                  </a:cubicBezTo>
                  <a:lnTo>
                    <a:pt x="10103" y="26698"/>
                  </a:lnTo>
                  <a:cubicBezTo>
                    <a:pt x="10135" y="26730"/>
                    <a:pt x="10198" y="26730"/>
                    <a:pt x="10230" y="26730"/>
                  </a:cubicBezTo>
                  <a:lnTo>
                    <a:pt x="16817" y="26730"/>
                  </a:lnTo>
                  <a:cubicBezTo>
                    <a:pt x="16912" y="26730"/>
                    <a:pt x="16975" y="26666"/>
                    <a:pt x="16975" y="26571"/>
                  </a:cubicBezTo>
                  <a:cubicBezTo>
                    <a:pt x="16975" y="26476"/>
                    <a:pt x="16880" y="26413"/>
                    <a:pt x="16817" y="26413"/>
                  </a:cubicBezTo>
                  <a:lnTo>
                    <a:pt x="10293" y="26413"/>
                  </a:lnTo>
                  <a:lnTo>
                    <a:pt x="349" y="16437"/>
                  </a:ln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5908450" y="1686925"/>
              <a:ext cx="424400" cy="544725"/>
            </a:xfrm>
            <a:custGeom>
              <a:avLst/>
              <a:gdLst/>
              <a:ahLst/>
              <a:cxnLst/>
              <a:rect l="l" t="t" r="r" b="b"/>
              <a:pathLst>
                <a:path w="16976" h="21789" extrusionOk="0">
                  <a:moveTo>
                    <a:pt x="16817" y="0"/>
                  </a:moveTo>
                  <a:cubicBezTo>
                    <a:pt x="16722" y="0"/>
                    <a:pt x="16627" y="63"/>
                    <a:pt x="16627" y="158"/>
                  </a:cubicBezTo>
                  <a:lnTo>
                    <a:pt x="16627" y="11496"/>
                  </a:lnTo>
                  <a:lnTo>
                    <a:pt x="6683" y="21440"/>
                  </a:lnTo>
                  <a:lnTo>
                    <a:pt x="191" y="21440"/>
                  </a:lnTo>
                  <a:cubicBezTo>
                    <a:pt x="96" y="21440"/>
                    <a:pt x="1" y="21535"/>
                    <a:pt x="1" y="21598"/>
                  </a:cubicBezTo>
                  <a:cubicBezTo>
                    <a:pt x="1" y="21693"/>
                    <a:pt x="64" y="21788"/>
                    <a:pt x="159" y="21788"/>
                  </a:cubicBezTo>
                  <a:lnTo>
                    <a:pt x="6746" y="21788"/>
                  </a:lnTo>
                  <a:cubicBezTo>
                    <a:pt x="6778" y="21788"/>
                    <a:pt x="6841" y="21757"/>
                    <a:pt x="6873" y="21725"/>
                  </a:cubicBezTo>
                  <a:lnTo>
                    <a:pt x="16912" y="11686"/>
                  </a:lnTo>
                  <a:cubicBezTo>
                    <a:pt x="16944" y="11654"/>
                    <a:pt x="16975" y="11591"/>
                    <a:pt x="16975" y="11559"/>
                  </a:cubicBezTo>
                  <a:lnTo>
                    <a:pt x="16975" y="158"/>
                  </a:lnTo>
                  <a:cubicBezTo>
                    <a:pt x="16975" y="63"/>
                    <a:pt x="16880" y="0"/>
                    <a:pt x="168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5649575" y="1566175"/>
              <a:ext cx="265250" cy="530875"/>
            </a:xfrm>
            <a:custGeom>
              <a:avLst/>
              <a:gdLst/>
              <a:ahLst/>
              <a:cxnLst/>
              <a:rect l="l" t="t" r="r" b="b"/>
              <a:pathLst>
                <a:path w="10610" h="21235" extrusionOk="0">
                  <a:moveTo>
                    <a:pt x="174" y="1"/>
                  </a:moveTo>
                  <a:cubicBezTo>
                    <a:pt x="135" y="1"/>
                    <a:pt x="95" y="16"/>
                    <a:pt x="63" y="48"/>
                  </a:cubicBezTo>
                  <a:cubicBezTo>
                    <a:pt x="0" y="111"/>
                    <a:pt x="0" y="206"/>
                    <a:pt x="63" y="270"/>
                  </a:cubicBezTo>
                  <a:lnTo>
                    <a:pt x="10293" y="10499"/>
                  </a:lnTo>
                  <a:lnTo>
                    <a:pt x="10293" y="21076"/>
                  </a:lnTo>
                  <a:cubicBezTo>
                    <a:pt x="10293" y="21171"/>
                    <a:pt x="10356" y="21235"/>
                    <a:pt x="10451" y="21235"/>
                  </a:cubicBezTo>
                  <a:cubicBezTo>
                    <a:pt x="10546" y="21235"/>
                    <a:pt x="10609" y="21171"/>
                    <a:pt x="10609" y="21076"/>
                  </a:cubicBezTo>
                  <a:lnTo>
                    <a:pt x="10609" y="10435"/>
                  </a:lnTo>
                  <a:cubicBezTo>
                    <a:pt x="10609" y="10404"/>
                    <a:pt x="10609" y="10340"/>
                    <a:pt x="10578" y="10309"/>
                  </a:cubicBezTo>
                  <a:lnTo>
                    <a:pt x="285" y="48"/>
                  </a:lnTo>
                  <a:cubicBezTo>
                    <a:pt x="253" y="16"/>
                    <a:pt x="214" y="1"/>
                    <a:pt x="17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5423925" y="1354400"/>
              <a:ext cx="266825" cy="266825"/>
            </a:xfrm>
            <a:custGeom>
              <a:avLst/>
              <a:gdLst/>
              <a:ahLst/>
              <a:cxnLst/>
              <a:rect l="l" t="t" r="r" b="b"/>
              <a:pathLst>
                <a:path w="10673" h="10673" extrusionOk="0">
                  <a:moveTo>
                    <a:pt x="5352" y="317"/>
                  </a:moveTo>
                  <a:cubicBezTo>
                    <a:pt x="8108" y="317"/>
                    <a:pt x="10356" y="2565"/>
                    <a:pt x="10356" y="5320"/>
                  </a:cubicBezTo>
                  <a:cubicBezTo>
                    <a:pt x="10356" y="8076"/>
                    <a:pt x="8108" y="10324"/>
                    <a:pt x="5352" y="10324"/>
                  </a:cubicBezTo>
                  <a:cubicBezTo>
                    <a:pt x="2597" y="10324"/>
                    <a:pt x="349" y="8076"/>
                    <a:pt x="349" y="5320"/>
                  </a:cubicBezTo>
                  <a:cubicBezTo>
                    <a:pt x="349" y="2565"/>
                    <a:pt x="2597" y="317"/>
                    <a:pt x="5352" y="317"/>
                  </a:cubicBezTo>
                  <a:close/>
                  <a:moveTo>
                    <a:pt x="5352" y="0"/>
                  </a:moveTo>
                  <a:cubicBezTo>
                    <a:pt x="2407" y="0"/>
                    <a:pt x="0" y="2375"/>
                    <a:pt x="0" y="5320"/>
                  </a:cubicBezTo>
                  <a:cubicBezTo>
                    <a:pt x="0" y="8266"/>
                    <a:pt x="2407" y="10673"/>
                    <a:pt x="5352" y="10673"/>
                  </a:cubicBezTo>
                  <a:cubicBezTo>
                    <a:pt x="8298" y="10673"/>
                    <a:pt x="10673" y="8266"/>
                    <a:pt x="10673" y="5320"/>
                  </a:cubicBezTo>
                  <a:cubicBezTo>
                    <a:pt x="10673" y="2375"/>
                    <a:pt x="8298" y="0"/>
                    <a:pt x="535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5454000" y="1392975"/>
              <a:ext cx="206675" cy="188875"/>
            </a:xfrm>
            <a:custGeom>
              <a:avLst/>
              <a:gdLst/>
              <a:ahLst/>
              <a:cxnLst/>
              <a:rect l="l" t="t" r="r" b="b"/>
              <a:pathLst>
                <a:path w="8267" h="7555" extrusionOk="0">
                  <a:moveTo>
                    <a:pt x="4134" y="1"/>
                  </a:moveTo>
                  <a:cubicBezTo>
                    <a:pt x="3168" y="1"/>
                    <a:pt x="2202" y="373"/>
                    <a:pt x="1458" y="1117"/>
                  </a:cubicBezTo>
                  <a:cubicBezTo>
                    <a:pt x="1" y="2574"/>
                    <a:pt x="1" y="4981"/>
                    <a:pt x="1458" y="6438"/>
                  </a:cubicBezTo>
                  <a:cubicBezTo>
                    <a:pt x="2202" y="7182"/>
                    <a:pt x="3168" y="7554"/>
                    <a:pt x="4134" y="7554"/>
                  </a:cubicBezTo>
                  <a:cubicBezTo>
                    <a:pt x="5100" y="7554"/>
                    <a:pt x="6065" y="7182"/>
                    <a:pt x="6810" y="6438"/>
                  </a:cubicBezTo>
                  <a:cubicBezTo>
                    <a:pt x="8266" y="4981"/>
                    <a:pt x="8266" y="2574"/>
                    <a:pt x="6810" y="1117"/>
                  </a:cubicBezTo>
                  <a:cubicBezTo>
                    <a:pt x="6065" y="373"/>
                    <a:pt x="5100" y="1"/>
                    <a:pt x="413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2750250" y="4349475"/>
              <a:ext cx="4052875" cy="160750"/>
            </a:xfrm>
            <a:custGeom>
              <a:avLst/>
              <a:gdLst/>
              <a:ahLst/>
              <a:cxnLst/>
              <a:rect l="l" t="t" r="r" b="b"/>
              <a:pathLst>
                <a:path w="162115" h="6430" extrusionOk="0">
                  <a:moveTo>
                    <a:pt x="81074" y="1"/>
                  </a:moveTo>
                  <a:cubicBezTo>
                    <a:pt x="36294" y="1"/>
                    <a:pt x="1" y="1426"/>
                    <a:pt x="1" y="3199"/>
                  </a:cubicBezTo>
                  <a:cubicBezTo>
                    <a:pt x="1" y="5004"/>
                    <a:pt x="36294" y="6429"/>
                    <a:pt x="81074" y="6429"/>
                  </a:cubicBezTo>
                  <a:cubicBezTo>
                    <a:pt x="125822" y="6429"/>
                    <a:pt x="162115" y="5004"/>
                    <a:pt x="162115" y="3199"/>
                  </a:cubicBezTo>
                  <a:cubicBezTo>
                    <a:pt x="162115" y="1426"/>
                    <a:pt x="125822" y="1"/>
                    <a:pt x="81074" y="1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2523825" y="3132600"/>
              <a:ext cx="443400" cy="216175"/>
            </a:xfrm>
            <a:custGeom>
              <a:avLst/>
              <a:gdLst/>
              <a:ahLst/>
              <a:cxnLst/>
              <a:rect l="l" t="t" r="r" b="b"/>
              <a:pathLst>
                <a:path w="17736" h="8647" extrusionOk="0">
                  <a:moveTo>
                    <a:pt x="2756" y="0"/>
                  </a:moveTo>
                  <a:cubicBezTo>
                    <a:pt x="1236" y="0"/>
                    <a:pt x="1" y="1236"/>
                    <a:pt x="1" y="2756"/>
                  </a:cubicBezTo>
                  <a:lnTo>
                    <a:pt x="1" y="5891"/>
                  </a:lnTo>
                  <a:cubicBezTo>
                    <a:pt x="1" y="7411"/>
                    <a:pt x="1236" y="8646"/>
                    <a:pt x="2756" y="8646"/>
                  </a:cubicBezTo>
                  <a:lnTo>
                    <a:pt x="14980" y="8646"/>
                  </a:lnTo>
                  <a:cubicBezTo>
                    <a:pt x="16500" y="8646"/>
                    <a:pt x="17735" y="7411"/>
                    <a:pt x="17735" y="5891"/>
                  </a:cubicBezTo>
                  <a:lnTo>
                    <a:pt x="17735" y="2756"/>
                  </a:lnTo>
                  <a:cubicBezTo>
                    <a:pt x="17735" y="1236"/>
                    <a:pt x="16500" y="0"/>
                    <a:pt x="14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2632300" y="3202275"/>
              <a:ext cx="124325" cy="24575"/>
            </a:xfrm>
            <a:custGeom>
              <a:avLst/>
              <a:gdLst/>
              <a:ahLst/>
              <a:cxnLst/>
              <a:rect l="l" t="t" r="r" b="b"/>
              <a:pathLst>
                <a:path w="4973" h="983" extrusionOk="0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4466" y="982"/>
                  </a:lnTo>
                  <a:cubicBezTo>
                    <a:pt x="4751" y="982"/>
                    <a:pt x="4972" y="760"/>
                    <a:pt x="4972" y="475"/>
                  </a:cubicBezTo>
                  <a:cubicBezTo>
                    <a:pt x="4972" y="222"/>
                    <a:pt x="4751" y="0"/>
                    <a:pt x="44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2788275" y="3202275"/>
              <a:ext cx="68900" cy="24575"/>
            </a:xfrm>
            <a:custGeom>
              <a:avLst/>
              <a:gdLst/>
              <a:ahLst/>
              <a:cxnLst/>
              <a:rect l="l" t="t" r="r" b="b"/>
              <a:pathLst>
                <a:path w="2756" h="983" extrusionOk="0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2249" y="982"/>
                  </a:lnTo>
                  <a:cubicBezTo>
                    <a:pt x="2534" y="982"/>
                    <a:pt x="2755" y="760"/>
                    <a:pt x="2755" y="475"/>
                  </a:cubicBezTo>
                  <a:cubicBezTo>
                    <a:pt x="2755" y="222"/>
                    <a:pt x="2502" y="0"/>
                    <a:pt x="22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2703550" y="3253725"/>
              <a:ext cx="153625" cy="25375"/>
            </a:xfrm>
            <a:custGeom>
              <a:avLst/>
              <a:gdLst/>
              <a:ahLst/>
              <a:cxnLst/>
              <a:rect l="l" t="t" r="r" b="b"/>
              <a:pathLst>
                <a:path w="6145" h="1015" extrusionOk="0">
                  <a:moveTo>
                    <a:pt x="507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5638" y="1014"/>
                  </a:lnTo>
                  <a:cubicBezTo>
                    <a:pt x="5923" y="1014"/>
                    <a:pt x="6144" y="793"/>
                    <a:pt x="6113" y="507"/>
                  </a:cubicBezTo>
                  <a:cubicBezTo>
                    <a:pt x="6113" y="222"/>
                    <a:pt x="5891" y="1"/>
                    <a:pt x="56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5697075" y="2062200"/>
              <a:ext cx="443375" cy="215375"/>
            </a:xfrm>
            <a:custGeom>
              <a:avLst/>
              <a:gdLst/>
              <a:ahLst/>
              <a:cxnLst/>
              <a:rect l="l" t="t" r="r" b="b"/>
              <a:pathLst>
                <a:path w="17735" h="8615" extrusionOk="0">
                  <a:moveTo>
                    <a:pt x="2724" y="0"/>
                  </a:moveTo>
                  <a:cubicBezTo>
                    <a:pt x="1204" y="0"/>
                    <a:pt x="0" y="1204"/>
                    <a:pt x="0" y="2724"/>
                  </a:cubicBezTo>
                  <a:lnTo>
                    <a:pt x="0" y="5859"/>
                  </a:lnTo>
                  <a:cubicBezTo>
                    <a:pt x="0" y="7379"/>
                    <a:pt x="1204" y="8614"/>
                    <a:pt x="2724" y="8614"/>
                  </a:cubicBezTo>
                  <a:lnTo>
                    <a:pt x="14980" y="8614"/>
                  </a:lnTo>
                  <a:cubicBezTo>
                    <a:pt x="16500" y="8614"/>
                    <a:pt x="17735" y="7379"/>
                    <a:pt x="17735" y="5859"/>
                  </a:cubicBezTo>
                  <a:lnTo>
                    <a:pt x="17735" y="2724"/>
                  </a:lnTo>
                  <a:cubicBezTo>
                    <a:pt x="17735" y="1204"/>
                    <a:pt x="16500" y="0"/>
                    <a:pt x="14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5754075" y="2127100"/>
              <a:ext cx="99775" cy="25375"/>
            </a:xfrm>
            <a:custGeom>
              <a:avLst/>
              <a:gdLst/>
              <a:ahLst/>
              <a:cxnLst/>
              <a:rect l="l" t="t" r="r" b="b"/>
              <a:pathLst>
                <a:path w="3991" h="1015" extrusionOk="0">
                  <a:moveTo>
                    <a:pt x="507" y="1"/>
                  </a:moveTo>
                  <a:cubicBezTo>
                    <a:pt x="254" y="1"/>
                    <a:pt x="0" y="254"/>
                    <a:pt x="0" y="508"/>
                  </a:cubicBezTo>
                  <a:cubicBezTo>
                    <a:pt x="0" y="793"/>
                    <a:pt x="254" y="1014"/>
                    <a:pt x="507" y="1014"/>
                  </a:cubicBezTo>
                  <a:lnTo>
                    <a:pt x="3516" y="1014"/>
                  </a:lnTo>
                  <a:cubicBezTo>
                    <a:pt x="3769" y="1014"/>
                    <a:pt x="3991" y="793"/>
                    <a:pt x="3991" y="508"/>
                  </a:cubicBezTo>
                  <a:cubicBezTo>
                    <a:pt x="3991" y="254"/>
                    <a:pt x="3769" y="1"/>
                    <a:pt x="35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5879175" y="2127100"/>
              <a:ext cx="63350" cy="25375"/>
            </a:xfrm>
            <a:custGeom>
              <a:avLst/>
              <a:gdLst/>
              <a:ahLst/>
              <a:cxnLst/>
              <a:rect l="l" t="t" r="r" b="b"/>
              <a:pathLst>
                <a:path w="2534" h="1015" extrusionOk="0">
                  <a:moveTo>
                    <a:pt x="507" y="1"/>
                  </a:moveTo>
                  <a:cubicBezTo>
                    <a:pt x="222" y="1"/>
                    <a:pt x="0" y="254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2027" y="1014"/>
                  </a:lnTo>
                  <a:cubicBezTo>
                    <a:pt x="2312" y="1014"/>
                    <a:pt x="2534" y="793"/>
                    <a:pt x="2534" y="508"/>
                  </a:cubicBezTo>
                  <a:cubicBezTo>
                    <a:pt x="2534" y="254"/>
                    <a:pt x="2312" y="1"/>
                    <a:pt x="20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6028800" y="2127100"/>
              <a:ext cx="53875" cy="25375"/>
            </a:xfrm>
            <a:custGeom>
              <a:avLst/>
              <a:gdLst/>
              <a:ahLst/>
              <a:cxnLst/>
              <a:rect l="l" t="t" r="r" b="b"/>
              <a:pathLst>
                <a:path w="2155" h="1015" extrusionOk="0">
                  <a:moveTo>
                    <a:pt x="507" y="1"/>
                  </a:moveTo>
                  <a:cubicBezTo>
                    <a:pt x="222" y="1"/>
                    <a:pt x="1" y="254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1647" y="1014"/>
                  </a:lnTo>
                  <a:cubicBezTo>
                    <a:pt x="1932" y="1014"/>
                    <a:pt x="2154" y="793"/>
                    <a:pt x="2154" y="508"/>
                  </a:cubicBezTo>
                  <a:cubicBezTo>
                    <a:pt x="2154" y="254"/>
                    <a:pt x="1932" y="1"/>
                    <a:pt x="16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5879175" y="2186500"/>
              <a:ext cx="136200" cy="25350"/>
            </a:xfrm>
            <a:custGeom>
              <a:avLst/>
              <a:gdLst/>
              <a:ahLst/>
              <a:cxnLst/>
              <a:rect l="l" t="t" r="r" b="b"/>
              <a:pathLst>
                <a:path w="5448" h="1014" extrusionOk="0">
                  <a:moveTo>
                    <a:pt x="507" y="0"/>
                  </a:moveTo>
                  <a:cubicBezTo>
                    <a:pt x="222" y="0"/>
                    <a:pt x="0" y="253"/>
                    <a:pt x="0" y="507"/>
                  </a:cubicBezTo>
                  <a:cubicBezTo>
                    <a:pt x="0" y="792"/>
                    <a:pt x="222" y="1014"/>
                    <a:pt x="507" y="1014"/>
                  </a:cubicBezTo>
                  <a:lnTo>
                    <a:pt x="4972" y="1014"/>
                  </a:lnTo>
                  <a:cubicBezTo>
                    <a:pt x="5226" y="1014"/>
                    <a:pt x="5447" y="792"/>
                    <a:pt x="5447" y="507"/>
                  </a:cubicBezTo>
                  <a:cubicBezTo>
                    <a:pt x="5447" y="253"/>
                    <a:pt x="5226" y="0"/>
                    <a:pt x="49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3475475" y="2363050"/>
              <a:ext cx="443400" cy="215375"/>
            </a:xfrm>
            <a:custGeom>
              <a:avLst/>
              <a:gdLst/>
              <a:ahLst/>
              <a:cxnLst/>
              <a:rect l="l" t="t" r="r" b="b"/>
              <a:pathLst>
                <a:path w="17736" h="8615" extrusionOk="0">
                  <a:moveTo>
                    <a:pt x="2756" y="0"/>
                  </a:moveTo>
                  <a:cubicBezTo>
                    <a:pt x="1236" y="0"/>
                    <a:pt x="1" y="1204"/>
                    <a:pt x="1" y="2724"/>
                  </a:cubicBezTo>
                  <a:lnTo>
                    <a:pt x="1" y="5859"/>
                  </a:lnTo>
                  <a:cubicBezTo>
                    <a:pt x="1" y="7379"/>
                    <a:pt x="1236" y="8614"/>
                    <a:pt x="2756" y="8614"/>
                  </a:cubicBezTo>
                  <a:lnTo>
                    <a:pt x="15012" y="8614"/>
                  </a:lnTo>
                  <a:cubicBezTo>
                    <a:pt x="16532" y="8614"/>
                    <a:pt x="17736" y="7379"/>
                    <a:pt x="17736" y="5859"/>
                  </a:cubicBezTo>
                  <a:lnTo>
                    <a:pt x="17736" y="2724"/>
                  </a:lnTo>
                  <a:cubicBezTo>
                    <a:pt x="17736" y="1204"/>
                    <a:pt x="16532" y="0"/>
                    <a:pt x="1501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3568125" y="2419250"/>
              <a:ext cx="64150" cy="25375"/>
            </a:xfrm>
            <a:custGeom>
              <a:avLst/>
              <a:gdLst/>
              <a:ahLst/>
              <a:cxnLst/>
              <a:rect l="l" t="t" r="r" b="b"/>
              <a:pathLst>
                <a:path w="2566" h="1015" extrusionOk="0">
                  <a:moveTo>
                    <a:pt x="507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2"/>
                    <a:pt x="222" y="1014"/>
                    <a:pt x="507" y="1014"/>
                  </a:cubicBezTo>
                  <a:lnTo>
                    <a:pt x="2059" y="1014"/>
                  </a:lnTo>
                  <a:cubicBezTo>
                    <a:pt x="2344" y="1014"/>
                    <a:pt x="2565" y="792"/>
                    <a:pt x="2565" y="507"/>
                  </a:cubicBezTo>
                  <a:cubicBezTo>
                    <a:pt x="2565" y="222"/>
                    <a:pt x="2344" y="1"/>
                    <a:pt x="20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3671050" y="2419250"/>
              <a:ext cx="45925" cy="25375"/>
            </a:xfrm>
            <a:custGeom>
              <a:avLst/>
              <a:gdLst/>
              <a:ahLst/>
              <a:cxnLst/>
              <a:rect l="l" t="t" r="r" b="b"/>
              <a:pathLst>
                <a:path w="1837" h="1015" extrusionOk="0">
                  <a:moveTo>
                    <a:pt x="475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2"/>
                    <a:pt x="222" y="1014"/>
                    <a:pt x="475" y="1014"/>
                  </a:cubicBezTo>
                  <a:lnTo>
                    <a:pt x="1362" y="1014"/>
                  </a:lnTo>
                  <a:cubicBezTo>
                    <a:pt x="1615" y="1014"/>
                    <a:pt x="1837" y="792"/>
                    <a:pt x="1837" y="507"/>
                  </a:cubicBezTo>
                  <a:cubicBezTo>
                    <a:pt x="1837" y="222"/>
                    <a:pt x="1615" y="1"/>
                    <a:pt x="13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3663125" y="2476250"/>
              <a:ext cx="119575" cy="25375"/>
            </a:xfrm>
            <a:custGeom>
              <a:avLst/>
              <a:gdLst/>
              <a:ahLst/>
              <a:cxnLst/>
              <a:rect l="l" t="t" r="r" b="b"/>
              <a:pathLst>
                <a:path w="4783" h="1015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1014"/>
                    <a:pt x="507" y="1014"/>
                  </a:cubicBezTo>
                  <a:lnTo>
                    <a:pt x="4276" y="1014"/>
                  </a:lnTo>
                  <a:cubicBezTo>
                    <a:pt x="4561" y="1014"/>
                    <a:pt x="4782" y="793"/>
                    <a:pt x="4782" y="508"/>
                  </a:cubicBezTo>
                  <a:cubicBezTo>
                    <a:pt x="4782" y="223"/>
                    <a:pt x="4561" y="1"/>
                    <a:pt x="42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3815925" y="2476250"/>
              <a:ext cx="52275" cy="25375"/>
            </a:xfrm>
            <a:custGeom>
              <a:avLst/>
              <a:gdLst/>
              <a:ahLst/>
              <a:cxnLst/>
              <a:rect l="l" t="t" r="r" b="b"/>
              <a:pathLst>
                <a:path w="2091" h="1015" extrusionOk="0">
                  <a:moveTo>
                    <a:pt x="476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1014"/>
                    <a:pt x="476" y="1014"/>
                  </a:cubicBezTo>
                  <a:lnTo>
                    <a:pt x="1584" y="1014"/>
                  </a:lnTo>
                  <a:cubicBezTo>
                    <a:pt x="1869" y="1014"/>
                    <a:pt x="2091" y="793"/>
                    <a:pt x="2091" y="508"/>
                  </a:cubicBezTo>
                  <a:cubicBezTo>
                    <a:pt x="2091" y="223"/>
                    <a:pt x="1869" y="1"/>
                    <a:pt x="15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5309925" y="2437475"/>
              <a:ext cx="1383150" cy="1963475"/>
            </a:xfrm>
            <a:custGeom>
              <a:avLst/>
              <a:gdLst/>
              <a:ahLst/>
              <a:cxnLst/>
              <a:rect l="l" t="t" r="r" b="b"/>
              <a:pathLst>
                <a:path w="55326" h="78539" extrusionOk="0">
                  <a:moveTo>
                    <a:pt x="4339" y="0"/>
                  </a:moveTo>
                  <a:cubicBezTo>
                    <a:pt x="1964" y="0"/>
                    <a:pt x="0" y="1932"/>
                    <a:pt x="0" y="4339"/>
                  </a:cubicBezTo>
                  <a:lnTo>
                    <a:pt x="0" y="74169"/>
                  </a:lnTo>
                  <a:cubicBezTo>
                    <a:pt x="0" y="76576"/>
                    <a:pt x="1964" y="78539"/>
                    <a:pt x="4339" y="78539"/>
                  </a:cubicBezTo>
                  <a:lnTo>
                    <a:pt x="50987" y="78539"/>
                  </a:lnTo>
                  <a:cubicBezTo>
                    <a:pt x="53394" y="78539"/>
                    <a:pt x="55326" y="76576"/>
                    <a:pt x="55326" y="74169"/>
                  </a:cubicBezTo>
                  <a:lnTo>
                    <a:pt x="55326" y="4339"/>
                  </a:lnTo>
                  <a:cubicBezTo>
                    <a:pt x="55326" y="1932"/>
                    <a:pt x="53394" y="0"/>
                    <a:pt x="5098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5408875" y="2618775"/>
              <a:ext cx="1170200" cy="1618300"/>
            </a:xfrm>
            <a:custGeom>
              <a:avLst/>
              <a:gdLst/>
              <a:ahLst/>
              <a:cxnLst/>
              <a:rect l="l" t="t" r="r" b="b"/>
              <a:pathLst>
                <a:path w="46808" h="64732" extrusionOk="0">
                  <a:moveTo>
                    <a:pt x="1" y="0"/>
                  </a:moveTo>
                  <a:lnTo>
                    <a:pt x="1" y="64732"/>
                  </a:lnTo>
                  <a:lnTo>
                    <a:pt x="46808" y="64732"/>
                  </a:lnTo>
                  <a:lnTo>
                    <a:pt x="468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5484100" y="2655975"/>
              <a:ext cx="1052225" cy="1524900"/>
            </a:xfrm>
            <a:custGeom>
              <a:avLst/>
              <a:gdLst/>
              <a:ahLst/>
              <a:cxnLst/>
              <a:rect l="l" t="t" r="r" b="b"/>
              <a:pathLst>
                <a:path w="42089" h="60996" extrusionOk="0">
                  <a:moveTo>
                    <a:pt x="41708" y="317"/>
                  </a:moveTo>
                  <a:lnTo>
                    <a:pt x="41708" y="60647"/>
                  </a:lnTo>
                  <a:lnTo>
                    <a:pt x="349" y="60647"/>
                  </a:lnTo>
                  <a:lnTo>
                    <a:pt x="349" y="317"/>
                  </a:lnTo>
                  <a:close/>
                  <a:moveTo>
                    <a:pt x="0" y="1"/>
                  </a:moveTo>
                  <a:lnTo>
                    <a:pt x="0" y="60995"/>
                  </a:lnTo>
                  <a:lnTo>
                    <a:pt x="42088" y="60995"/>
                  </a:lnTo>
                  <a:lnTo>
                    <a:pt x="4208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" name="Google Shape;78;p13"/>
            <p:cNvSpPr/>
            <p:nvPr/>
          </p:nvSpPr>
          <p:spPr>
            <a:xfrm>
              <a:off x="5488050" y="3919575"/>
              <a:ext cx="1043525" cy="8725"/>
            </a:xfrm>
            <a:custGeom>
              <a:avLst/>
              <a:gdLst/>
              <a:ahLst/>
              <a:cxnLst/>
              <a:rect l="l" t="t" r="r" b="b"/>
              <a:pathLst>
                <a:path w="41741" h="349" extrusionOk="0">
                  <a:moveTo>
                    <a:pt x="1" y="0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" name="Google Shape;79;p13"/>
            <p:cNvSpPr/>
            <p:nvPr/>
          </p:nvSpPr>
          <p:spPr>
            <a:xfrm>
              <a:off x="5488050" y="3667000"/>
              <a:ext cx="1043525" cy="7950"/>
            </a:xfrm>
            <a:custGeom>
              <a:avLst/>
              <a:gdLst/>
              <a:ahLst/>
              <a:cxnLst/>
              <a:rect l="l" t="t" r="r" b="b"/>
              <a:pathLst>
                <a:path w="41741" h="318" extrusionOk="0">
                  <a:moveTo>
                    <a:pt x="1" y="1"/>
                  </a:moveTo>
                  <a:lnTo>
                    <a:pt x="1" y="318"/>
                  </a:lnTo>
                  <a:lnTo>
                    <a:pt x="41740" y="318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0" name="Google Shape;80;p13"/>
            <p:cNvSpPr/>
            <p:nvPr/>
          </p:nvSpPr>
          <p:spPr>
            <a:xfrm>
              <a:off x="5488050" y="3413650"/>
              <a:ext cx="1043525" cy="8750"/>
            </a:xfrm>
            <a:custGeom>
              <a:avLst/>
              <a:gdLst/>
              <a:ahLst/>
              <a:cxnLst/>
              <a:rect l="l" t="t" r="r" b="b"/>
              <a:pathLst>
                <a:path w="41741" h="350" extrusionOk="0">
                  <a:moveTo>
                    <a:pt x="1" y="1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" name="Google Shape;81;p13"/>
            <p:cNvSpPr/>
            <p:nvPr/>
          </p:nvSpPr>
          <p:spPr>
            <a:xfrm>
              <a:off x="5488050" y="3161100"/>
              <a:ext cx="1043525" cy="8725"/>
            </a:xfrm>
            <a:custGeom>
              <a:avLst/>
              <a:gdLst/>
              <a:ahLst/>
              <a:cxnLst/>
              <a:rect l="l" t="t" r="r" b="b"/>
              <a:pathLst>
                <a:path w="41741" h="349" extrusionOk="0">
                  <a:moveTo>
                    <a:pt x="1" y="1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" name="Google Shape;82;p13"/>
            <p:cNvSpPr/>
            <p:nvPr/>
          </p:nvSpPr>
          <p:spPr>
            <a:xfrm>
              <a:off x="5488050" y="2908550"/>
              <a:ext cx="1043525" cy="7925"/>
            </a:xfrm>
            <a:custGeom>
              <a:avLst/>
              <a:gdLst/>
              <a:ahLst/>
              <a:cxnLst/>
              <a:rect l="l" t="t" r="r" b="b"/>
              <a:pathLst>
                <a:path w="41741" h="317" extrusionOk="0">
                  <a:moveTo>
                    <a:pt x="1" y="0"/>
                  </a:moveTo>
                  <a:lnTo>
                    <a:pt x="1" y="317"/>
                  </a:lnTo>
                  <a:lnTo>
                    <a:pt x="41740" y="317"/>
                  </a:lnTo>
                  <a:lnTo>
                    <a:pt x="417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6353400" y="2659950"/>
              <a:ext cx="8750" cy="1516950"/>
            </a:xfrm>
            <a:custGeom>
              <a:avLst/>
              <a:gdLst/>
              <a:ahLst/>
              <a:cxnLst/>
              <a:rect l="l" t="t" r="r" b="b"/>
              <a:pathLst>
                <a:path w="350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6179225" y="2659950"/>
              <a:ext cx="9525" cy="1516950"/>
            </a:xfrm>
            <a:custGeom>
              <a:avLst/>
              <a:gdLst/>
              <a:ahLst/>
              <a:cxnLst/>
              <a:rect l="l" t="t" r="r" b="b"/>
              <a:pathLst>
                <a:path w="381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81" y="60678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6005850" y="2659950"/>
              <a:ext cx="8725" cy="1516950"/>
            </a:xfrm>
            <a:custGeom>
              <a:avLst/>
              <a:gdLst/>
              <a:ahLst/>
              <a:cxnLst/>
              <a:rect l="l" t="t" r="r" b="b"/>
              <a:pathLst>
                <a:path w="349" h="60678" extrusionOk="0">
                  <a:moveTo>
                    <a:pt x="0" y="0"/>
                  </a:moveTo>
                  <a:lnTo>
                    <a:pt x="0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5831650" y="2659950"/>
              <a:ext cx="8750" cy="1516950"/>
            </a:xfrm>
            <a:custGeom>
              <a:avLst/>
              <a:gdLst/>
              <a:ahLst/>
              <a:cxnLst/>
              <a:rect l="l" t="t" r="r" b="b"/>
              <a:pathLst>
                <a:path w="350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5657475" y="2659950"/>
              <a:ext cx="9525" cy="1516950"/>
            </a:xfrm>
            <a:custGeom>
              <a:avLst/>
              <a:gdLst/>
              <a:ahLst/>
              <a:cxnLst/>
              <a:rect l="l" t="t" r="r" b="b"/>
              <a:pathLst>
                <a:path w="381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81" y="60678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5665400" y="3611600"/>
              <a:ext cx="104525" cy="212200"/>
            </a:xfrm>
            <a:custGeom>
              <a:avLst/>
              <a:gdLst/>
              <a:ahLst/>
              <a:cxnLst/>
              <a:rect l="l" t="t" r="r" b="b"/>
              <a:pathLst>
                <a:path w="4181" h="8488" extrusionOk="0">
                  <a:moveTo>
                    <a:pt x="0" y="0"/>
                  </a:moveTo>
                  <a:lnTo>
                    <a:pt x="0" y="8487"/>
                  </a:lnTo>
                  <a:lnTo>
                    <a:pt x="4181" y="8487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5814250" y="3442950"/>
              <a:ext cx="104525" cy="380850"/>
            </a:xfrm>
            <a:custGeom>
              <a:avLst/>
              <a:gdLst/>
              <a:ahLst/>
              <a:cxnLst/>
              <a:rect l="l" t="t" r="r" b="b"/>
              <a:pathLst>
                <a:path w="4181" h="15234" extrusionOk="0">
                  <a:moveTo>
                    <a:pt x="0" y="1"/>
                  </a:moveTo>
                  <a:lnTo>
                    <a:pt x="0" y="15233"/>
                  </a:lnTo>
                  <a:lnTo>
                    <a:pt x="4181" y="15233"/>
                  </a:lnTo>
                  <a:lnTo>
                    <a:pt x="418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5962300" y="3735900"/>
              <a:ext cx="104525" cy="87900"/>
            </a:xfrm>
            <a:custGeom>
              <a:avLst/>
              <a:gdLst/>
              <a:ahLst/>
              <a:cxnLst/>
              <a:rect l="l" t="t" r="r" b="b"/>
              <a:pathLst>
                <a:path w="4181" h="3516" extrusionOk="0">
                  <a:moveTo>
                    <a:pt x="0" y="0"/>
                  </a:moveTo>
                  <a:lnTo>
                    <a:pt x="0" y="3515"/>
                  </a:lnTo>
                  <a:lnTo>
                    <a:pt x="4181" y="3515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6110350" y="3544300"/>
              <a:ext cx="104525" cy="279500"/>
            </a:xfrm>
            <a:custGeom>
              <a:avLst/>
              <a:gdLst/>
              <a:ahLst/>
              <a:cxnLst/>
              <a:rect l="l" t="t" r="r" b="b"/>
              <a:pathLst>
                <a:path w="4181" h="11180" extrusionOk="0">
                  <a:moveTo>
                    <a:pt x="0" y="0"/>
                  </a:moveTo>
                  <a:lnTo>
                    <a:pt x="0" y="11179"/>
                  </a:lnTo>
                  <a:lnTo>
                    <a:pt x="4181" y="11179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2" name="Google Shape;92;p13"/>
            <p:cNvSpPr/>
            <p:nvPr/>
          </p:nvSpPr>
          <p:spPr>
            <a:xfrm>
              <a:off x="6259200" y="3648800"/>
              <a:ext cx="104525" cy="175000"/>
            </a:xfrm>
            <a:custGeom>
              <a:avLst/>
              <a:gdLst/>
              <a:ahLst/>
              <a:cxnLst/>
              <a:rect l="l" t="t" r="r" b="b"/>
              <a:pathLst>
                <a:path w="4181" h="7000" extrusionOk="0">
                  <a:moveTo>
                    <a:pt x="0" y="1"/>
                  </a:moveTo>
                  <a:lnTo>
                    <a:pt x="0" y="6999"/>
                  </a:lnTo>
                  <a:lnTo>
                    <a:pt x="4181" y="6999"/>
                  </a:lnTo>
                  <a:lnTo>
                    <a:pt x="418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6089775" y="3891850"/>
              <a:ext cx="138575" cy="24575"/>
            </a:xfrm>
            <a:custGeom>
              <a:avLst/>
              <a:gdLst/>
              <a:ahLst/>
              <a:cxnLst/>
              <a:rect l="l" t="t" r="r" b="b"/>
              <a:pathLst>
                <a:path w="5543" h="983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5035" y="983"/>
                  </a:lnTo>
                  <a:cubicBezTo>
                    <a:pt x="5289" y="983"/>
                    <a:pt x="5542" y="761"/>
                    <a:pt x="5542" y="508"/>
                  </a:cubicBezTo>
                  <a:cubicBezTo>
                    <a:pt x="5542" y="223"/>
                    <a:pt x="5289" y="1"/>
                    <a:pt x="503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6324125" y="3891850"/>
              <a:ext cx="53050" cy="24575"/>
            </a:xfrm>
            <a:custGeom>
              <a:avLst/>
              <a:gdLst/>
              <a:ahLst/>
              <a:cxnLst/>
              <a:rect l="l" t="t" r="r" b="b"/>
              <a:pathLst>
                <a:path w="2122" h="983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1615" y="983"/>
                  </a:lnTo>
                  <a:cubicBezTo>
                    <a:pt x="1900" y="983"/>
                    <a:pt x="2122" y="761"/>
                    <a:pt x="2122" y="508"/>
                  </a:cubicBezTo>
                  <a:cubicBezTo>
                    <a:pt x="2122" y="223"/>
                    <a:pt x="1900" y="1"/>
                    <a:pt x="161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6146775" y="3936200"/>
              <a:ext cx="60200" cy="25350"/>
            </a:xfrm>
            <a:custGeom>
              <a:avLst/>
              <a:gdLst/>
              <a:ahLst/>
              <a:cxnLst/>
              <a:rect l="l" t="t" r="r" b="b"/>
              <a:pathLst>
                <a:path w="2408" h="1014" extrusionOk="0">
                  <a:moveTo>
                    <a:pt x="475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92"/>
                    <a:pt x="222" y="1014"/>
                    <a:pt x="475" y="1014"/>
                  </a:cubicBezTo>
                  <a:lnTo>
                    <a:pt x="1900" y="1014"/>
                  </a:lnTo>
                  <a:cubicBezTo>
                    <a:pt x="2185" y="1014"/>
                    <a:pt x="2407" y="792"/>
                    <a:pt x="2407" y="507"/>
                  </a:cubicBezTo>
                  <a:cubicBezTo>
                    <a:pt x="2407" y="222"/>
                    <a:pt x="2185" y="0"/>
                    <a:pt x="190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6243350" y="3936200"/>
              <a:ext cx="106125" cy="25350"/>
            </a:xfrm>
            <a:custGeom>
              <a:avLst/>
              <a:gdLst/>
              <a:ahLst/>
              <a:cxnLst/>
              <a:rect l="l" t="t" r="r" b="b"/>
              <a:pathLst>
                <a:path w="4245" h="1014" extrusionOk="0">
                  <a:moveTo>
                    <a:pt x="508" y="0"/>
                  </a:moveTo>
                  <a:cubicBezTo>
                    <a:pt x="223" y="0"/>
                    <a:pt x="1" y="222"/>
                    <a:pt x="1" y="507"/>
                  </a:cubicBezTo>
                  <a:cubicBezTo>
                    <a:pt x="1" y="792"/>
                    <a:pt x="223" y="1014"/>
                    <a:pt x="508" y="1014"/>
                  </a:cubicBezTo>
                  <a:lnTo>
                    <a:pt x="3738" y="1014"/>
                  </a:lnTo>
                  <a:cubicBezTo>
                    <a:pt x="3991" y="1014"/>
                    <a:pt x="4245" y="792"/>
                    <a:pt x="4245" y="507"/>
                  </a:cubicBezTo>
                  <a:cubicBezTo>
                    <a:pt x="4245" y="222"/>
                    <a:pt x="4023" y="0"/>
                    <a:pt x="373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7" name="Google Shape;97;p13"/>
            <p:cNvSpPr/>
            <p:nvPr/>
          </p:nvSpPr>
          <p:spPr>
            <a:xfrm>
              <a:off x="6271850" y="3225225"/>
              <a:ext cx="137800" cy="25375"/>
            </a:xfrm>
            <a:custGeom>
              <a:avLst/>
              <a:gdLst/>
              <a:ahLst/>
              <a:cxnLst/>
              <a:rect l="l" t="t" r="r" b="b"/>
              <a:pathLst>
                <a:path w="5512" h="1015" extrusionOk="0">
                  <a:moveTo>
                    <a:pt x="508" y="1"/>
                  </a:moveTo>
                  <a:cubicBezTo>
                    <a:pt x="223" y="1"/>
                    <a:pt x="1" y="254"/>
                    <a:pt x="1" y="507"/>
                  </a:cubicBezTo>
                  <a:cubicBezTo>
                    <a:pt x="1" y="792"/>
                    <a:pt x="223" y="1014"/>
                    <a:pt x="508" y="1014"/>
                  </a:cubicBezTo>
                  <a:lnTo>
                    <a:pt x="5005" y="1014"/>
                  </a:lnTo>
                  <a:cubicBezTo>
                    <a:pt x="5290" y="1014"/>
                    <a:pt x="5511" y="792"/>
                    <a:pt x="5511" y="507"/>
                  </a:cubicBezTo>
                  <a:cubicBezTo>
                    <a:pt x="5511" y="254"/>
                    <a:pt x="5290" y="1"/>
                    <a:pt x="500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6328075" y="3270350"/>
              <a:ext cx="60975" cy="25375"/>
            </a:xfrm>
            <a:custGeom>
              <a:avLst/>
              <a:gdLst/>
              <a:ahLst/>
              <a:cxnLst/>
              <a:rect l="l" t="t" r="r" b="b"/>
              <a:pathLst>
                <a:path w="2439" h="1015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1932" y="1014"/>
                  </a:lnTo>
                  <a:cubicBezTo>
                    <a:pt x="2186" y="1014"/>
                    <a:pt x="2439" y="793"/>
                    <a:pt x="2439" y="508"/>
                  </a:cubicBezTo>
                  <a:cubicBezTo>
                    <a:pt x="2439" y="223"/>
                    <a:pt x="2186" y="1"/>
                    <a:pt x="193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5649575" y="3891850"/>
              <a:ext cx="113225" cy="24575"/>
            </a:xfrm>
            <a:custGeom>
              <a:avLst/>
              <a:gdLst/>
              <a:ahLst/>
              <a:cxnLst/>
              <a:rect l="l" t="t" r="r" b="b"/>
              <a:pathLst>
                <a:path w="4529" h="983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4022" y="983"/>
                  </a:lnTo>
                  <a:cubicBezTo>
                    <a:pt x="4307" y="983"/>
                    <a:pt x="4529" y="761"/>
                    <a:pt x="4529" y="508"/>
                  </a:cubicBezTo>
                  <a:cubicBezTo>
                    <a:pt x="4529" y="223"/>
                    <a:pt x="4307" y="1"/>
                    <a:pt x="402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5794450" y="3891850"/>
              <a:ext cx="58625" cy="24575"/>
            </a:xfrm>
            <a:custGeom>
              <a:avLst/>
              <a:gdLst/>
              <a:ahLst/>
              <a:cxnLst/>
              <a:rect l="l" t="t" r="r" b="b"/>
              <a:pathLst>
                <a:path w="2345" h="983" extrusionOk="0">
                  <a:moveTo>
                    <a:pt x="507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983"/>
                    <a:pt x="507" y="983"/>
                  </a:cubicBezTo>
                  <a:lnTo>
                    <a:pt x="1837" y="983"/>
                  </a:lnTo>
                  <a:cubicBezTo>
                    <a:pt x="2122" y="983"/>
                    <a:pt x="2344" y="761"/>
                    <a:pt x="2344" y="508"/>
                  </a:cubicBezTo>
                  <a:cubicBezTo>
                    <a:pt x="2344" y="223"/>
                    <a:pt x="2122" y="1"/>
                    <a:pt x="183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5746150" y="3936200"/>
              <a:ext cx="121950" cy="25350"/>
            </a:xfrm>
            <a:custGeom>
              <a:avLst/>
              <a:gdLst/>
              <a:ahLst/>
              <a:cxnLst/>
              <a:rect l="l" t="t" r="r" b="b"/>
              <a:pathLst>
                <a:path w="4878" h="1014" extrusionOk="0">
                  <a:moveTo>
                    <a:pt x="476" y="0"/>
                  </a:moveTo>
                  <a:cubicBezTo>
                    <a:pt x="222" y="0"/>
                    <a:pt x="1" y="222"/>
                    <a:pt x="1" y="507"/>
                  </a:cubicBezTo>
                  <a:cubicBezTo>
                    <a:pt x="1" y="792"/>
                    <a:pt x="222" y="1014"/>
                    <a:pt x="476" y="1014"/>
                  </a:cubicBezTo>
                  <a:lnTo>
                    <a:pt x="4403" y="1014"/>
                  </a:lnTo>
                  <a:cubicBezTo>
                    <a:pt x="4656" y="1014"/>
                    <a:pt x="4878" y="792"/>
                    <a:pt x="4878" y="507"/>
                  </a:cubicBezTo>
                  <a:cubicBezTo>
                    <a:pt x="4878" y="222"/>
                    <a:pt x="4656" y="0"/>
                    <a:pt x="440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" name="Google Shape;102;p13"/>
            <p:cNvSpPr/>
            <p:nvPr/>
          </p:nvSpPr>
          <p:spPr>
            <a:xfrm>
              <a:off x="5552175" y="2762075"/>
              <a:ext cx="113250" cy="24575"/>
            </a:xfrm>
            <a:custGeom>
              <a:avLst/>
              <a:gdLst/>
              <a:ahLst/>
              <a:cxnLst/>
              <a:rect l="l" t="t" r="r" b="b"/>
              <a:pathLst>
                <a:path w="4530" h="983" extrusionOk="0">
                  <a:moveTo>
                    <a:pt x="507" y="0"/>
                  </a:moveTo>
                  <a:cubicBezTo>
                    <a:pt x="222" y="0"/>
                    <a:pt x="1" y="222"/>
                    <a:pt x="1" y="475"/>
                  </a:cubicBezTo>
                  <a:cubicBezTo>
                    <a:pt x="1" y="760"/>
                    <a:pt x="222" y="982"/>
                    <a:pt x="507" y="982"/>
                  </a:cubicBezTo>
                  <a:lnTo>
                    <a:pt x="4023" y="982"/>
                  </a:lnTo>
                  <a:cubicBezTo>
                    <a:pt x="4276" y="982"/>
                    <a:pt x="4529" y="760"/>
                    <a:pt x="4529" y="475"/>
                  </a:cubicBezTo>
                  <a:cubicBezTo>
                    <a:pt x="4529" y="222"/>
                    <a:pt x="4276" y="0"/>
                    <a:pt x="402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5697075" y="2762075"/>
              <a:ext cx="58600" cy="24575"/>
            </a:xfrm>
            <a:custGeom>
              <a:avLst/>
              <a:gdLst/>
              <a:ahLst/>
              <a:cxnLst/>
              <a:rect l="l" t="t" r="r" b="b"/>
              <a:pathLst>
                <a:path w="2344" h="983" extrusionOk="0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1837" y="982"/>
                  </a:lnTo>
                  <a:cubicBezTo>
                    <a:pt x="2122" y="982"/>
                    <a:pt x="2344" y="760"/>
                    <a:pt x="2344" y="475"/>
                  </a:cubicBezTo>
                  <a:cubicBezTo>
                    <a:pt x="2344" y="222"/>
                    <a:pt x="2122" y="0"/>
                    <a:pt x="183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4" name="Google Shape;104;p13"/>
            <p:cNvSpPr/>
            <p:nvPr/>
          </p:nvSpPr>
          <p:spPr>
            <a:xfrm>
              <a:off x="5647975" y="2806400"/>
              <a:ext cx="122750" cy="25375"/>
            </a:xfrm>
            <a:custGeom>
              <a:avLst/>
              <a:gdLst/>
              <a:ahLst/>
              <a:cxnLst/>
              <a:rect l="l" t="t" r="r" b="b"/>
              <a:pathLst>
                <a:path w="4910" h="1015" extrusionOk="0">
                  <a:moveTo>
                    <a:pt x="507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1014"/>
                    <a:pt x="507" y="1014"/>
                  </a:cubicBezTo>
                  <a:lnTo>
                    <a:pt x="4403" y="1014"/>
                  </a:lnTo>
                  <a:cubicBezTo>
                    <a:pt x="4688" y="1014"/>
                    <a:pt x="4909" y="793"/>
                    <a:pt x="4909" y="508"/>
                  </a:cubicBezTo>
                  <a:cubicBezTo>
                    <a:pt x="4909" y="223"/>
                    <a:pt x="4688" y="1"/>
                    <a:pt x="440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5" name="Google Shape;105;p13"/>
            <p:cNvSpPr/>
            <p:nvPr/>
          </p:nvSpPr>
          <p:spPr>
            <a:xfrm>
              <a:off x="5753275" y="2773150"/>
              <a:ext cx="547125" cy="547100"/>
            </a:xfrm>
            <a:custGeom>
              <a:avLst/>
              <a:gdLst/>
              <a:ahLst/>
              <a:cxnLst/>
              <a:rect l="l" t="t" r="r" b="b"/>
              <a:pathLst>
                <a:path w="21885" h="21884" extrusionOk="0">
                  <a:moveTo>
                    <a:pt x="10927" y="983"/>
                  </a:moveTo>
                  <a:cubicBezTo>
                    <a:pt x="16437" y="983"/>
                    <a:pt x="20902" y="5448"/>
                    <a:pt x="20871" y="10927"/>
                  </a:cubicBezTo>
                  <a:cubicBezTo>
                    <a:pt x="20871" y="16437"/>
                    <a:pt x="16437" y="20902"/>
                    <a:pt x="10927" y="20902"/>
                  </a:cubicBezTo>
                  <a:cubicBezTo>
                    <a:pt x="5448" y="20902"/>
                    <a:pt x="982" y="16437"/>
                    <a:pt x="982" y="10927"/>
                  </a:cubicBezTo>
                  <a:cubicBezTo>
                    <a:pt x="982" y="5448"/>
                    <a:pt x="5448" y="983"/>
                    <a:pt x="10927" y="983"/>
                  </a:cubicBezTo>
                  <a:close/>
                  <a:moveTo>
                    <a:pt x="10927" y="1"/>
                  </a:moveTo>
                  <a:cubicBezTo>
                    <a:pt x="4909" y="1"/>
                    <a:pt x="1" y="4909"/>
                    <a:pt x="1" y="10958"/>
                  </a:cubicBezTo>
                  <a:cubicBezTo>
                    <a:pt x="1" y="16975"/>
                    <a:pt x="4909" y="21884"/>
                    <a:pt x="10927" y="21884"/>
                  </a:cubicBezTo>
                  <a:cubicBezTo>
                    <a:pt x="16975" y="21884"/>
                    <a:pt x="21884" y="16975"/>
                    <a:pt x="21884" y="10958"/>
                  </a:cubicBezTo>
                  <a:cubicBezTo>
                    <a:pt x="21884" y="4909"/>
                    <a:pt x="16975" y="1"/>
                    <a:pt x="109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6" name="Google Shape;106;p13"/>
            <p:cNvSpPr/>
            <p:nvPr/>
          </p:nvSpPr>
          <p:spPr>
            <a:xfrm>
              <a:off x="6012975" y="2804200"/>
              <a:ext cx="202700" cy="448775"/>
            </a:xfrm>
            <a:custGeom>
              <a:avLst/>
              <a:gdLst/>
              <a:ahLst/>
              <a:cxnLst/>
              <a:rect l="l" t="t" r="r" b="b"/>
              <a:pathLst>
                <a:path w="8108" h="17951" extrusionOk="0">
                  <a:moveTo>
                    <a:pt x="5510" y="0"/>
                  </a:moveTo>
                  <a:cubicBezTo>
                    <a:pt x="5335" y="0"/>
                    <a:pt x="5155" y="93"/>
                    <a:pt x="5067" y="247"/>
                  </a:cubicBezTo>
                  <a:lnTo>
                    <a:pt x="95" y="9463"/>
                  </a:lnTo>
                  <a:cubicBezTo>
                    <a:pt x="0" y="9653"/>
                    <a:pt x="32" y="9875"/>
                    <a:pt x="190" y="10033"/>
                  </a:cubicBezTo>
                  <a:lnTo>
                    <a:pt x="7189" y="17792"/>
                  </a:lnTo>
                  <a:cubicBezTo>
                    <a:pt x="7284" y="17887"/>
                    <a:pt x="7411" y="17950"/>
                    <a:pt x="7569" y="17950"/>
                  </a:cubicBezTo>
                  <a:cubicBezTo>
                    <a:pt x="7664" y="17950"/>
                    <a:pt x="7791" y="17918"/>
                    <a:pt x="7886" y="17823"/>
                  </a:cubicBezTo>
                  <a:cubicBezTo>
                    <a:pt x="8107" y="17633"/>
                    <a:pt x="8107" y="17317"/>
                    <a:pt x="7917" y="17127"/>
                  </a:cubicBezTo>
                  <a:lnTo>
                    <a:pt x="1172" y="9621"/>
                  </a:lnTo>
                  <a:lnTo>
                    <a:pt x="5954" y="722"/>
                  </a:lnTo>
                  <a:cubicBezTo>
                    <a:pt x="6081" y="501"/>
                    <a:pt x="5986" y="184"/>
                    <a:pt x="5732" y="57"/>
                  </a:cubicBezTo>
                  <a:cubicBezTo>
                    <a:pt x="5665" y="18"/>
                    <a:pt x="5588" y="0"/>
                    <a:pt x="551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7" name="Google Shape;107;p13"/>
            <p:cNvSpPr/>
            <p:nvPr/>
          </p:nvSpPr>
          <p:spPr>
            <a:xfrm>
              <a:off x="5752500" y="3033625"/>
              <a:ext cx="287400" cy="38025"/>
            </a:xfrm>
            <a:custGeom>
              <a:avLst/>
              <a:gdLst/>
              <a:ahLst/>
              <a:cxnLst/>
              <a:rect l="l" t="t" r="r" b="b"/>
              <a:pathLst>
                <a:path w="11496" h="1521" extrusionOk="0">
                  <a:moveTo>
                    <a:pt x="10958" y="1"/>
                  </a:moveTo>
                  <a:lnTo>
                    <a:pt x="507" y="508"/>
                  </a:lnTo>
                  <a:cubicBezTo>
                    <a:pt x="222" y="539"/>
                    <a:pt x="0" y="761"/>
                    <a:pt x="32" y="1046"/>
                  </a:cubicBezTo>
                  <a:cubicBezTo>
                    <a:pt x="32" y="1331"/>
                    <a:pt x="253" y="1521"/>
                    <a:pt x="507" y="1521"/>
                  </a:cubicBezTo>
                  <a:lnTo>
                    <a:pt x="538" y="1521"/>
                  </a:lnTo>
                  <a:lnTo>
                    <a:pt x="10989" y="1014"/>
                  </a:lnTo>
                  <a:cubicBezTo>
                    <a:pt x="11274" y="1014"/>
                    <a:pt x="11496" y="761"/>
                    <a:pt x="11464" y="476"/>
                  </a:cubicBezTo>
                  <a:cubicBezTo>
                    <a:pt x="11464" y="223"/>
                    <a:pt x="11211" y="1"/>
                    <a:pt x="1095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8" name="Google Shape;108;p13"/>
            <p:cNvSpPr/>
            <p:nvPr/>
          </p:nvSpPr>
          <p:spPr>
            <a:xfrm>
              <a:off x="5476175" y="4097700"/>
              <a:ext cx="1068075" cy="25375"/>
            </a:xfrm>
            <a:custGeom>
              <a:avLst/>
              <a:gdLst/>
              <a:ahLst/>
              <a:cxnLst/>
              <a:rect l="l" t="t" r="r" b="b"/>
              <a:pathLst>
                <a:path w="42723" h="1015" extrusionOk="0">
                  <a:moveTo>
                    <a:pt x="476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93"/>
                    <a:pt x="222" y="1014"/>
                    <a:pt x="476" y="1014"/>
                  </a:cubicBezTo>
                  <a:lnTo>
                    <a:pt x="42215" y="1014"/>
                  </a:lnTo>
                  <a:cubicBezTo>
                    <a:pt x="42500" y="1014"/>
                    <a:pt x="42722" y="793"/>
                    <a:pt x="42722" y="508"/>
                  </a:cubicBezTo>
                  <a:cubicBezTo>
                    <a:pt x="42722" y="223"/>
                    <a:pt x="42500" y="1"/>
                    <a:pt x="4221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9" name="Google Shape;109;p13"/>
            <p:cNvSpPr/>
            <p:nvPr/>
          </p:nvSpPr>
          <p:spPr>
            <a:xfrm>
              <a:off x="6432575" y="2697950"/>
              <a:ext cx="70500" cy="69700"/>
            </a:xfrm>
            <a:custGeom>
              <a:avLst/>
              <a:gdLst/>
              <a:ahLst/>
              <a:cxnLst/>
              <a:rect l="l" t="t" r="r" b="b"/>
              <a:pathLst>
                <a:path w="2820" h="2788" extrusionOk="0">
                  <a:moveTo>
                    <a:pt x="2154" y="665"/>
                  </a:moveTo>
                  <a:lnTo>
                    <a:pt x="2154" y="2122"/>
                  </a:lnTo>
                  <a:lnTo>
                    <a:pt x="666" y="2122"/>
                  </a:lnTo>
                  <a:lnTo>
                    <a:pt x="666" y="665"/>
                  </a:lnTo>
                  <a:close/>
                  <a:moveTo>
                    <a:pt x="349" y="0"/>
                  </a:moveTo>
                  <a:cubicBezTo>
                    <a:pt x="159" y="0"/>
                    <a:pt x="1" y="127"/>
                    <a:pt x="1" y="317"/>
                  </a:cubicBezTo>
                  <a:lnTo>
                    <a:pt x="1" y="2470"/>
                  </a:lnTo>
                  <a:cubicBezTo>
                    <a:pt x="1" y="2629"/>
                    <a:pt x="159" y="2787"/>
                    <a:pt x="349" y="2787"/>
                  </a:cubicBezTo>
                  <a:lnTo>
                    <a:pt x="2471" y="2787"/>
                  </a:lnTo>
                  <a:cubicBezTo>
                    <a:pt x="2661" y="2787"/>
                    <a:pt x="2819" y="2629"/>
                    <a:pt x="2819" y="2470"/>
                  </a:cubicBezTo>
                  <a:lnTo>
                    <a:pt x="2819" y="317"/>
                  </a:lnTo>
                  <a:cubicBezTo>
                    <a:pt x="2819" y="127"/>
                    <a:pt x="2661" y="0"/>
                    <a:pt x="247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0" name="Google Shape;110;p13"/>
            <p:cNvSpPr/>
            <p:nvPr/>
          </p:nvSpPr>
          <p:spPr>
            <a:xfrm>
              <a:off x="5565650" y="3215725"/>
              <a:ext cx="68100" cy="68125"/>
            </a:xfrm>
            <a:custGeom>
              <a:avLst/>
              <a:gdLst/>
              <a:ahLst/>
              <a:cxnLst/>
              <a:rect l="l" t="t" r="r" b="b"/>
              <a:pathLst>
                <a:path w="2724" h="2725" extrusionOk="0">
                  <a:moveTo>
                    <a:pt x="2027" y="666"/>
                  </a:moveTo>
                  <a:lnTo>
                    <a:pt x="2027" y="2059"/>
                  </a:lnTo>
                  <a:lnTo>
                    <a:pt x="665" y="2059"/>
                  </a:lnTo>
                  <a:lnTo>
                    <a:pt x="665" y="666"/>
                  </a:lnTo>
                  <a:close/>
                  <a:moveTo>
                    <a:pt x="317" y="1"/>
                  </a:moveTo>
                  <a:cubicBezTo>
                    <a:pt x="127" y="1"/>
                    <a:pt x="0" y="159"/>
                    <a:pt x="0" y="349"/>
                  </a:cubicBezTo>
                  <a:lnTo>
                    <a:pt x="0" y="2408"/>
                  </a:lnTo>
                  <a:cubicBezTo>
                    <a:pt x="0" y="2566"/>
                    <a:pt x="127" y="2724"/>
                    <a:pt x="317" y="2724"/>
                  </a:cubicBezTo>
                  <a:lnTo>
                    <a:pt x="2375" y="2724"/>
                  </a:lnTo>
                  <a:cubicBezTo>
                    <a:pt x="2565" y="2724"/>
                    <a:pt x="2724" y="2566"/>
                    <a:pt x="2692" y="2408"/>
                  </a:cubicBezTo>
                  <a:lnTo>
                    <a:pt x="2692" y="349"/>
                  </a:lnTo>
                  <a:cubicBezTo>
                    <a:pt x="2692" y="159"/>
                    <a:pt x="2565" y="1"/>
                    <a:pt x="237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1" name="Google Shape;111;p13"/>
            <p:cNvSpPr/>
            <p:nvPr/>
          </p:nvSpPr>
          <p:spPr>
            <a:xfrm>
              <a:off x="6265525" y="3410500"/>
              <a:ext cx="182125" cy="75225"/>
            </a:xfrm>
            <a:custGeom>
              <a:avLst/>
              <a:gdLst/>
              <a:ahLst/>
              <a:cxnLst/>
              <a:rect l="l" t="t" r="r" b="b"/>
              <a:pathLst>
                <a:path w="7285" h="3009" extrusionOk="0">
                  <a:moveTo>
                    <a:pt x="6619" y="665"/>
                  </a:moveTo>
                  <a:lnTo>
                    <a:pt x="6619" y="2344"/>
                  </a:lnTo>
                  <a:lnTo>
                    <a:pt x="666" y="2344"/>
                  </a:lnTo>
                  <a:lnTo>
                    <a:pt x="666" y="665"/>
                  </a:lnTo>
                  <a:close/>
                  <a:moveTo>
                    <a:pt x="349" y="0"/>
                  </a:moveTo>
                  <a:cubicBezTo>
                    <a:pt x="159" y="0"/>
                    <a:pt x="1" y="159"/>
                    <a:pt x="1" y="349"/>
                  </a:cubicBezTo>
                  <a:lnTo>
                    <a:pt x="1" y="2660"/>
                  </a:lnTo>
                  <a:cubicBezTo>
                    <a:pt x="1" y="2850"/>
                    <a:pt x="159" y="3009"/>
                    <a:pt x="349" y="3009"/>
                  </a:cubicBezTo>
                  <a:lnTo>
                    <a:pt x="6936" y="3009"/>
                  </a:lnTo>
                  <a:cubicBezTo>
                    <a:pt x="7126" y="3009"/>
                    <a:pt x="7285" y="2850"/>
                    <a:pt x="7285" y="2660"/>
                  </a:cubicBezTo>
                  <a:lnTo>
                    <a:pt x="7285" y="349"/>
                  </a:lnTo>
                  <a:cubicBezTo>
                    <a:pt x="7285" y="159"/>
                    <a:pt x="7126" y="0"/>
                    <a:pt x="693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2" name="Google Shape;112;p13"/>
            <p:cNvSpPr/>
            <p:nvPr/>
          </p:nvSpPr>
          <p:spPr>
            <a:xfrm>
              <a:off x="5517350" y="4004275"/>
              <a:ext cx="148875" cy="74450"/>
            </a:xfrm>
            <a:custGeom>
              <a:avLst/>
              <a:gdLst/>
              <a:ahLst/>
              <a:cxnLst/>
              <a:rect l="l" t="t" r="r" b="b"/>
              <a:pathLst>
                <a:path w="5955" h="2978" extrusionOk="0">
                  <a:moveTo>
                    <a:pt x="5289" y="666"/>
                  </a:moveTo>
                  <a:lnTo>
                    <a:pt x="5289" y="2313"/>
                  </a:lnTo>
                  <a:lnTo>
                    <a:pt x="665" y="2313"/>
                  </a:lnTo>
                  <a:lnTo>
                    <a:pt x="665" y="666"/>
                  </a:lnTo>
                  <a:close/>
                  <a:moveTo>
                    <a:pt x="349" y="1"/>
                  </a:moveTo>
                  <a:cubicBezTo>
                    <a:pt x="159" y="1"/>
                    <a:pt x="0" y="128"/>
                    <a:pt x="0" y="318"/>
                  </a:cubicBezTo>
                  <a:lnTo>
                    <a:pt x="0" y="2629"/>
                  </a:lnTo>
                  <a:cubicBezTo>
                    <a:pt x="0" y="2819"/>
                    <a:pt x="159" y="2978"/>
                    <a:pt x="349" y="2978"/>
                  </a:cubicBezTo>
                  <a:lnTo>
                    <a:pt x="5606" y="2978"/>
                  </a:lnTo>
                  <a:cubicBezTo>
                    <a:pt x="5796" y="2978"/>
                    <a:pt x="5954" y="2819"/>
                    <a:pt x="5954" y="2629"/>
                  </a:cubicBezTo>
                  <a:lnTo>
                    <a:pt x="5954" y="318"/>
                  </a:lnTo>
                  <a:cubicBezTo>
                    <a:pt x="5954" y="128"/>
                    <a:pt x="5796" y="1"/>
                    <a:pt x="560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3" name="Google Shape;113;p13"/>
            <p:cNvSpPr/>
            <p:nvPr/>
          </p:nvSpPr>
          <p:spPr>
            <a:xfrm>
              <a:off x="5697850" y="4004275"/>
              <a:ext cx="87125" cy="74450"/>
            </a:xfrm>
            <a:custGeom>
              <a:avLst/>
              <a:gdLst/>
              <a:ahLst/>
              <a:cxnLst/>
              <a:rect l="l" t="t" r="r" b="b"/>
              <a:pathLst>
                <a:path w="3485" h="2978" extrusionOk="0">
                  <a:moveTo>
                    <a:pt x="2819" y="666"/>
                  </a:moveTo>
                  <a:lnTo>
                    <a:pt x="2819" y="2313"/>
                  </a:lnTo>
                  <a:lnTo>
                    <a:pt x="666" y="2313"/>
                  </a:lnTo>
                  <a:lnTo>
                    <a:pt x="666" y="666"/>
                  </a:lnTo>
                  <a:close/>
                  <a:moveTo>
                    <a:pt x="318" y="1"/>
                  </a:moveTo>
                  <a:cubicBezTo>
                    <a:pt x="159" y="1"/>
                    <a:pt x="1" y="128"/>
                    <a:pt x="1" y="318"/>
                  </a:cubicBezTo>
                  <a:lnTo>
                    <a:pt x="1" y="2629"/>
                  </a:lnTo>
                  <a:cubicBezTo>
                    <a:pt x="1" y="2819"/>
                    <a:pt x="159" y="2978"/>
                    <a:pt x="318" y="2978"/>
                  </a:cubicBezTo>
                  <a:lnTo>
                    <a:pt x="3136" y="2978"/>
                  </a:lnTo>
                  <a:cubicBezTo>
                    <a:pt x="3326" y="2978"/>
                    <a:pt x="3484" y="2819"/>
                    <a:pt x="3484" y="2629"/>
                  </a:cubicBezTo>
                  <a:lnTo>
                    <a:pt x="3484" y="318"/>
                  </a:lnTo>
                  <a:cubicBezTo>
                    <a:pt x="3484" y="128"/>
                    <a:pt x="3326" y="1"/>
                    <a:pt x="313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" name="Google Shape;114;p13"/>
            <p:cNvSpPr/>
            <p:nvPr/>
          </p:nvSpPr>
          <p:spPr>
            <a:xfrm>
              <a:off x="6430200" y="4004275"/>
              <a:ext cx="57825" cy="57050"/>
            </a:xfrm>
            <a:custGeom>
              <a:avLst/>
              <a:gdLst/>
              <a:ahLst/>
              <a:cxnLst/>
              <a:rect l="l" t="t" r="r" b="b"/>
              <a:pathLst>
                <a:path w="2313" h="2282" extrusionOk="0">
                  <a:moveTo>
                    <a:pt x="1648" y="666"/>
                  </a:moveTo>
                  <a:lnTo>
                    <a:pt x="1648" y="1616"/>
                  </a:lnTo>
                  <a:lnTo>
                    <a:pt x="698" y="1616"/>
                  </a:lnTo>
                  <a:lnTo>
                    <a:pt x="698" y="666"/>
                  </a:lnTo>
                  <a:close/>
                  <a:moveTo>
                    <a:pt x="349" y="1"/>
                  </a:moveTo>
                  <a:cubicBezTo>
                    <a:pt x="159" y="1"/>
                    <a:pt x="1" y="128"/>
                    <a:pt x="1" y="318"/>
                  </a:cubicBezTo>
                  <a:lnTo>
                    <a:pt x="1" y="1964"/>
                  </a:lnTo>
                  <a:cubicBezTo>
                    <a:pt x="1" y="2123"/>
                    <a:pt x="159" y="2281"/>
                    <a:pt x="349" y="2281"/>
                  </a:cubicBezTo>
                  <a:lnTo>
                    <a:pt x="1964" y="2281"/>
                  </a:lnTo>
                  <a:cubicBezTo>
                    <a:pt x="2154" y="2281"/>
                    <a:pt x="2313" y="2123"/>
                    <a:pt x="2313" y="1964"/>
                  </a:cubicBezTo>
                  <a:lnTo>
                    <a:pt x="2313" y="318"/>
                  </a:lnTo>
                  <a:cubicBezTo>
                    <a:pt x="2313" y="128"/>
                    <a:pt x="2154" y="1"/>
                    <a:pt x="196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3492900" y="3838025"/>
              <a:ext cx="2062475" cy="228050"/>
            </a:xfrm>
            <a:custGeom>
              <a:avLst/>
              <a:gdLst/>
              <a:ahLst/>
              <a:cxnLst/>
              <a:rect l="l" t="t" r="r" b="b"/>
              <a:pathLst>
                <a:path w="82499" h="9122" extrusionOk="0">
                  <a:moveTo>
                    <a:pt x="1" y="0"/>
                  </a:moveTo>
                  <a:lnTo>
                    <a:pt x="1" y="5004"/>
                  </a:lnTo>
                  <a:cubicBezTo>
                    <a:pt x="1" y="7284"/>
                    <a:pt x="1837" y="9121"/>
                    <a:pt x="4118" y="9121"/>
                  </a:cubicBezTo>
                  <a:lnTo>
                    <a:pt x="78350" y="9121"/>
                  </a:lnTo>
                  <a:cubicBezTo>
                    <a:pt x="80630" y="9121"/>
                    <a:pt x="82498" y="7284"/>
                    <a:pt x="82498" y="5004"/>
                  </a:cubicBezTo>
                  <a:lnTo>
                    <a:pt x="8249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" name="Google Shape;116;p13"/>
            <p:cNvSpPr/>
            <p:nvPr/>
          </p:nvSpPr>
          <p:spPr>
            <a:xfrm>
              <a:off x="3492900" y="2784250"/>
              <a:ext cx="2061675" cy="1053800"/>
            </a:xfrm>
            <a:custGeom>
              <a:avLst/>
              <a:gdLst/>
              <a:ahLst/>
              <a:cxnLst/>
              <a:rect l="l" t="t" r="r" b="b"/>
              <a:pathLst>
                <a:path w="82467" h="42152" extrusionOk="0">
                  <a:moveTo>
                    <a:pt x="4118" y="0"/>
                  </a:moveTo>
                  <a:cubicBezTo>
                    <a:pt x="1837" y="0"/>
                    <a:pt x="1" y="1837"/>
                    <a:pt x="1" y="4117"/>
                  </a:cubicBezTo>
                  <a:lnTo>
                    <a:pt x="1" y="42151"/>
                  </a:lnTo>
                  <a:lnTo>
                    <a:pt x="82467" y="42151"/>
                  </a:lnTo>
                  <a:lnTo>
                    <a:pt x="82467" y="4117"/>
                  </a:lnTo>
                  <a:cubicBezTo>
                    <a:pt x="82467" y="1837"/>
                    <a:pt x="80630" y="0"/>
                    <a:pt x="7835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7" name="Google Shape;117;p13"/>
            <p:cNvSpPr/>
            <p:nvPr/>
          </p:nvSpPr>
          <p:spPr>
            <a:xfrm>
              <a:off x="4313125" y="4066050"/>
              <a:ext cx="437850" cy="106900"/>
            </a:xfrm>
            <a:custGeom>
              <a:avLst/>
              <a:gdLst/>
              <a:ahLst/>
              <a:cxnLst/>
              <a:rect l="l" t="t" r="r" b="b"/>
              <a:pathLst>
                <a:path w="17514" h="4276" extrusionOk="0">
                  <a:moveTo>
                    <a:pt x="1" y="0"/>
                  </a:moveTo>
                  <a:lnTo>
                    <a:pt x="8425" y="2059"/>
                  </a:lnTo>
                  <a:lnTo>
                    <a:pt x="17514" y="4275"/>
                  </a:lnTo>
                  <a:cubicBezTo>
                    <a:pt x="17102" y="3040"/>
                    <a:pt x="16849" y="1647"/>
                    <a:pt x="1684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8" name="Google Shape;118;p13"/>
            <p:cNvSpPr/>
            <p:nvPr/>
          </p:nvSpPr>
          <p:spPr>
            <a:xfrm>
              <a:off x="4103325" y="4066050"/>
              <a:ext cx="841625" cy="291375"/>
            </a:xfrm>
            <a:custGeom>
              <a:avLst/>
              <a:gdLst/>
              <a:ahLst/>
              <a:cxnLst/>
              <a:rect l="l" t="t" r="r" b="b"/>
              <a:pathLst>
                <a:path w="33665" h="11655" extrusionOk="0">
                  <a:moveTo>
                    <a:pt x="8393" y="0"/>
                  </a:moveTo>
                  <a:cubicBezTo>
                    <a:pt x="8393" y="9596"/>
                    <a:pt x="0" y="11654"/>
                    <a:pt x="0" y="11654"/>
                  </a:cubicBezTo>
                  <a:lnTo>
                    <a:pt x="33665" y="11654"/>
                  </a:lnTo>
                  <a:cubicBezTo>
                    <a:pt x="33665" y="11654"/>
                    <a:pt x="27869" y="10229"/>
                    <a:pt x="25906" y="4275"/>
                  </a:cubicBezTo>
                  <a:lnTo>
                    <a:pt x="16817" y="2059"/>
                  </a:lnTo>
                  <a:lnTo>
                    <a:pt x="839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4098575" y="4344725"/>
              <a:ext cx="850325" cy="71275"/>
            </a:xfrm>
            <a:custGeom>
              <a:avLst/>
              <a:gdLst/>
              <a:ahLst/>
              <a:cxnLst/>
              <a:rect l="l" t="t" r="r" b="b"/>
              <a:pathLst>
                <a:path w="34013" h="2851" extrusionOk="0">
                  <a:moveTo>
                    <a:pt x="1045" y="1"/>
                  </a:moveTo>
                  <a:cubicBezTo>
                    <a:pt x="475" y="1"/>
                    <a:pt x="0" y="476"/>
                    <a:pt x="0" y="1046"/>
                  </a:cubicBezTo>
                  <a:lnTo>
                    <a:pt x="0" y="1806"/>
                  </a:lnTo>
                  <a:cubicBezTo>
                    <a:pt x="0" y="2376"/>
                    <a:pt x="475" y="2851"/>
                    <a:pt x="1045" y="2851"/>
                  </a:cubicBezTo>
                  <a:lnTo>
                    <a:pt x="32968" y="2851"/>
                  </a:lnTo>
                  <a:cubicBezTo>
                    <a:pt x="33538" y="2851"/>
                    <a:pt x="34013" y="2376"/>
                    <a:pt x="34013" y="1806"/>
                  </a:cubicBezTo>
                  <a:lnTo>
                    <a:pt x="34013" y="1046"/>
                  </a:lnTo>
                  <a:cubicBezTo>
                    <a:pt x="34013" y="476"/>
                    <a:pt x="33538" y="1"/>
                    <a:pt x="329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2780350" y="3284150"/>
              <a:ext cx="666650" cy="397925"/>
            </a:xfrm>
            <a:custGeom>
              <a:avLst/>
              <a:gdLst/>
              <a:ahLst/>
              <a:cxnLst/>
              <a:rect l="l" t="t" r="r" b="b"/>
              <a:pathLst>
                <a:path w="26666" h="15917" extrusionOk="0">
                  <a:moveTo>
                    <a:pt x="23392" y="0"/>
                  </a:moveTo>
                  <a:cubicBezTo>
                    <a:pt x="23034" y="0"/>
                    <a:pt x="22670" y="78"/>
                    <a:pt x="22327" y="241"/>
                  </a:cubicBezTo>
                  <a:lnTo>
                    <a:pt x="1711" y="10470"/>
                  </a:lnTo>
                  <a:cubicBezTo>
                    <a:pt x="507" y="11040"/>
                    <a:pt x="0" y="12496"/>
                    <a:pt x="602" y="13700"/>
                  </a:cubicBezTo>
                  <a:lnTo>
                    <a:pt x="1711" y="15917"/>
                  </a:lnTo>
                  <a:lnTo>
                    <a:pt x="26666" y="3566"/>
                  </a:lnTo>
                  <a:lnTo>
                    <a:pt x="25589" y="1349"/>
                  </a:lnTo>
                  <a:cubicBezTo>
                    <a:pt x="25159" y="489"/>
                    <a:pt x="24292" y="0"/>
                    <a:pt x="2339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" name="Google Shape;121;p13"/>
            <p:cNvSpPr/>
            <p:nvPr/>
          </p:nvSpPr>
          <p:spPr>
            <a:xfrm>
              <a:off x="2823100" y="3373275"/>
              <a:ext cx="950100" cy="969100"/>
            </a:xfrm>
            <a:custGeom>
              <a:avLst/>
              <a:gdLst/>
              <a:ahLst/>
              <a:cxnLst/>
              <a:rect l="l" t="t" r="r" b="b"/>
              <a:pathLst>
                <a:path w="38004" h="38764" extrusionOk="0">
                  <a:moveTo>
                    <a:pt x="24956" y="1"/>
                  </a:moveTo>
                  <a:lnTo>
                    <a:pt x="1" y="12352"/>
                  </a:lnTo>
                  <a:lnTo>
                    <a:pt x="13048" y="38764"/>
                  </a:lnTo>
                  <a:lnTo>
                    <a:pt x="38003" y="26413"/>
                  </a:lnTo>
                  <a:lnTo>
                    <a:pt x="2495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2" name="Google Shape;122;p13"/>
            <p:cNvSpPr/>
            <p:nvPr/>
          </p:nvSpPr>
          <p:spPr>
            <a:xfrm>
              <a:off x="3149300" y="4032775"/>
              <a:ext cx="674575" cy="414925"/>
            </a:xfrm>
            <a:custGeom>
              <a:avLst/>
              <a:gdLst/>
              <a:ahLst/>
              <a:cxnLst/>
              <a:rect l="l" t="t" r="r" b="b"/>
              <a:pathLst>
                <a:path w="26983" h="16597" extrusionOk="0">
                  <a:moveTo>
                    <a:pt x="24987" y="1"/>
                  </a:moveTo>
                  <a:lnTo>
                    <a:pt x="0" y="12384"/>
                  </a:lnTo>
                  <a:lnTo>
                    <a:pt x="1425" y="15234"/>
                  </a:lnTo>
                  <a:cubicBezTo>
                    <a:pt x="1854" y="16092"/>
                    <a:pt x="2719" y="16596"/>
                    <a:pt x="3616" y="16596"/>
                  </a:cubicBezTo>
                  <a:cubicBezTo>
                    <a:pt x="3976" y="16596"/>
                    <a:pt x="4342" y="16515"/>
                    <a:pt x="4687" y="16342"/>
                  </a:cubicBezTo>
                  <a:lnTo>
                    <a:pt x="25304" y="6145"/>
                  </a:lnTo>
                  <a:cubicBezTo>
                    <a:pt x="26507" y="5543"/>
                    <a:pt x="26982" y="4086"/>
                    <a:pt x="26412" y="2883"/>
                  </a:cubicBezTo>
                  <a:lnTo>
                    <a:pt x="2498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3" name="Google Shape;123;p13"/>
            <p:cNvSpPr/>
            <p:nvPr/>
          </p:nvSpPr>
          <p:spPr>
            <a:xfrm>
              <a:off x="3043200" y="3436475"/>
              <a:ext cx="129075" cy="73150"/>
            </a:xfrm>
            <a:custGeom>
              <a:avLst/>
              <a:gdLst/>
              <a:ahLst/>
              <a:cxnLst/>
              <a:rect l="l" t="t" r="r" b="b"/>
              <a:pathLst>
                <a:path w="5163" h="2926" extrusionOk="0">
                  <a:moveTo>
                    <a:pt x="4691" y="1"/>
                  </a:moveTo>
                  <a:cubicBezTo>
                    <a:pt x="4636" y="1"/>
                    <a:pt x="4580" y="13"/>
                    <a:pt x="4529" y="38"/>
                  </a:cubicBezTo>
                  <a:lnTo>
                    <a:pt x="286" y="2160"/>
                  </a:lnTo>
                  <a:cubicBezTo>
                    <a:pt x="96" y="2255"/>
                    <a:pt x="1" y="2476"/>
                    <a:pt x="96" y="2698"/>
                  </a:cubicBezTo>
                  <a:cubicBezTo>
                    <a:pt x="165" y="2837"/>
                    <a:pt x="319" y="2925"/>
                    <a:pt x="472" y="2925"/>
                  </a:cubicBezTo>
                  <a:cubicBezTo>
                    <a:pt x="528" y="2925"/>
                    <a:pt x="583" y="2914"/>
                    <a:pt x="634" y="2888"/>
                  </a:cubicBezTo>
                  <a:lnTo>
                    <a:pt x="4878" y="766"/>
                  </a:lnTo>
                  <a:cubicBezTo>
                    <a:pt x="5099" y="671"/>
                    <a:pt x="5163" y="418"/>
                    <a:pt x="5068" y="228"/>
                  </a:cubicBezTo>
                  <a:cubicBezTo>
                    <a:pt x="4998" y="89"/>
                    <a:pt x="4844" y="1"/>
                    <a:pt x="4691" y="1"/>
                  </a:cubicBezTo>
                  <a:close/>
                </a:path>
              </a:pathLst>
            </a:custGeom>
            <a:solidFill>
              <a:srgbClr val="25242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4" name="Google Shape;124;p13"/>
            <p:cNvSpPr/>
            <p:nvPr/>
          </p:nvSpPr>
          <p:spPr>
            <a:xfrm>
              <a:off x="3424825" y="4200850"/>
              <a:ext cx="148075" cy="97975"/>
            </a:xfrm>
            <a:custGeom>
              <a:avLst/>
              <a:gdLst/>
              <a:ahLst/>
              <a:cxnLst/>
              <a:rect l="l" t="t" r="r" b="b"/>
              <a:pathLst>
                <a:path w="5923" h="3919" extrusionOk="0">
                  <a:moveTo>
                    <a:pt x="4624" y="340"/>
                  </a:moveTo>
                  <a:cubicBezTo>
                    <a:pt x="4909" y="340"/>
                    <a:pt x="5194" y="498"/>
                    <a:pt x="5352" y="783"/>
                  </a:cubicBezTo>
                  <a:cubicBezTo>
                    <a:pt x="5542" y="1195"/>
                    <a:pt x="5384" y="1670"/>
                    <a:pt x="4972" y="1860"/>
                  </a:cubicBezTo>
                  <a:lnTo>
                    <a:pt x="1678" y="3507"/>
                  </a:lnTo>
                  <a:cubicBezTo>
                    <a:pt x="1562" y="3561"/>
                    <a:pt x="1440" y="3587"/>
                    <a:pt x="1320" y="3587"/>
                  </a:cubicBezTo>
                  <a:cubicBezTo>
                    <a:pt x="1018" y="3587"/>
                    <a:pt x="729" y="3422"/>
                    <a:pt x="570" y="3127"/>
                  </a:cubicBezTo>
                  <a:cubicBezTo>
                    <a:pt x="380" y="2747"/>
                    <a:pt x="538" y="2240"/>
                    <a:pt x="950" y="2050"/>
                  </a:cubicBezTo>
                  <a:lnTo>
                    <a:pt x="4244" y="403"/>
                  </a:lnTo>
                  <a:cubicBezTo>
                    <a:pt x="4370" y="372"/>
                    <a:pt x="4497" y="340"/>
                    <a:pt x="4624" y="340"/>
                  </a:cubicBezTo>
                  <a:close/>
                  <a:moveTo>
                    <a:pt x="4614" y="0"/>
                  </a:moveTo>
                  <a:cubicBezTo>
                    <a:pt x="4448" y="0"/>
                    <a:pt x="4279" y="38"/>
                    <a:pt x="4117" y="118"/>
                  </a:cubicBezTo>
                  <a:lnTo>
                    <a:pt x="823" y="1765"/>
                  </a:lnTo>
                  <a:cubicBezTo>
                    <a:pt x="253" y="2019"/>
                    <a:pt x="0" y="2715"/>
                    <a:pt x="285" y="3285"/>
                  </a:cubicBezTo>
                  <a:cubicBezTo>
                    <a:pt x="475" y="3697"/>
                    <a:pt x="887" y="3919"/>
                    <a:pt x="1330" y="3919"/>
                  </a:cubicBezTo>
                  <a:cubicBezTo>
                    <a:pt x="1488" y="3919"/>
                    <a:pt x="1678" y="3887"/>
                    <a:pt x="1837" y="3792"/>
                  </a:cubicBezTo>
                  <a:lnTo>
                    <a:pt x="5130" y="2177"/>
                  </a:lnTo>
                  <a:cubicBezTo>
                    <a:pt x="5700" y="1892"/>
                    <a:pt x="5922" y="1195"/>
                    <a:pt x="5637" y="625"/>
                  </a:cubicBezTo>
                  <a:cubicBezTo>
                    <a:pt x="5433" y="239"/>
                    <a:pt x="5034" y="0"/>
                    <a:pt x="4614" y="0"/>
                  </a:cubicBezTo>
                  <a:close/>
                </a:path>
              </a:pathLst>
            </a:custGeom>
            <a:solidFill>
              <a:srgbClr val="25242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5" name="Google Shape;125;p13"/>
            <p:cNvSpPr/>
            <p:nvPr/>
          </p:nvSpPr>
          <p:spPr>
            <a:xfrm>
              <a:off x="3085150" y="3823775"/>
              <a:ext cx="149675" cy="126700"/>
            </a:xfrm>
            <a:custGeom>
              <a:avLst/>
              <a:gdLst/>
              <a:ahLst/>
              <a:cxnLst/>
              <a:rect l="l" t="t" r="r" b="b"/>
              <a:pathLst>
                <a:path w="5987" h="5068" extrusionOk="0">
                  <a:moveTo>
                    <a:pt x="3770" y="0"/>
                  </a:moveTo>
                  <a:lnTo>
                    <a:pt x="1" y="3959"/>
                  </a:lnTo>
                  <a:lnTo>
                    <a:pt x="539" y="5067"/>
                  </a:lnTo>
                  <a:lnTo>
                    <a:pt x="5986" y="4497"/>
                  </a:lnTo>
                  <a:lnTo>
                    <a:pt x="5448" y="3389"/>
                  </a:lnTo>
                  <a:lnTo>
                    <a:pt x="1711" y="3801"/>
                  </a:lnTo>
                  <a:lnTo>
                    <a:pt x="4308" y="1109"/>
                  </a:lnTo>
                  <a:lnTo>
                    <a:pt x="377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" name="Google Shape;126;p13"/>
            <p:cNvSpPr/>
            <p:nvPr/>
          </p:nvSpPr>
          <p:spPr>
            <a:xfrm>
              <a:off x="3259350" y="3683625"/>
              <a:ext cx="58600" cy="311975"/>
            </a:xfrm>
            <a:custGeom>
              <a:avLst/>
              <a:gdLst/>
              <a:ahLst/>
              <a:cxnLst/>
              <a:rect l="l" t="t" r="r" b="b"/>
              <a:pathLst>
                <a:path w="2344" h="12479" extrusionOk="0">
                  <a:moveTo>
                    <a:pt x="1330" y="1"/>
                  </a:moveTo>
                  <a:lnTo>
                    <a:pt x="0" y="666"/>
                  </a:lnTo>
                  <a:lnTo>
                    <a:pt x="982" y="12479"/>
                  </a:lnTo>
                  <a:lnTo>
                    <a:pt x="2344" y="11813"/>
                  </a:lnTo>
                  <a:lnTo>
                    <a:pt x="1330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" name="Google Shape;127;p13"/>
            <p:cNvSpPr/>
            <p:nvPr/>
          </p:nvSpPr>
          <p:spPr>
            <a:xfrm>
              <a:off x="3342475" y="3728775"/>
              <a:ext cx="149650" cy="126700"/>
            </a:xfrm>
            <a:custGeom>
              <a:avLst/>
              <a:gdLst/>
              <a:ahLst/>
              <a:cxnLst/>
              <a:rect l="l" t="t" r="r" b="b"/>
              <a:pathLst>
                <a:path w="5986" h="5068" extrusionOk="0">
                  <a:moveTo>
                    <a:pt x="5416" y="0"/>
                  </a:moveTo>
                  <a:lnTo>
                    <a:pt x="0" y="570"/>
                  </a:lnTo>
                  <a:lnTo>
                    <a:pt x="539" y="1710"/>
                  </a:lnTo>
                  <a:lnTo>
                    <a:pt x="4276" y="1267"/>
                  </a:lnTo>
                  <a:lnTo>
                    <a:pt x="1647" y="3959"/>
                  </a:lnTo>
                  <a:lnTo>
                    <a:pt x="2217" y="5067"/>
                  </a:lnTo>
                  <a:lnTo>
                    <a:pt x="5986" y="1109"/>
                  </a:lnTo>
                  <a:lnTo>
                    <a:pt x="541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3644925" y="3248200"/>
              <a:ext cx="1771100" cy="341250"/>
            </a:xfrm>
            <a:custGeom>
              <a:avLst/>
              <a:gdLst/>
              <a:ahLst/>
              <a:cxnLst/>
              <a:rect l="l" t="t" r="r" b="b"/>
              <a:pathLst>
                <a:path w="70844" h="13650" extrusionOk="0">
                  <a:moveTo>
                    <a:pt x="23340" y="0"/>
                  </a:moveTo>
                  <a:cubicBezTo>
                    <a:pt x="21123" y="0"/>
                    <a:pt x="19001" y="887"/>
                    <a:pt x="17418" y="2470"/>
                  </a:cubicBezTo>
                  <a:lnTo>
                    <a:pt x="9374" y="10483"/>
                  </a:lnTo>
                  <a:cubicBezTo>
                    <a:pt x="8012" y="11876"/>
                    <a:pt x="6144" y="12668"/>
                    <a:pt x="4180" y="12668"/>
                  </a:cubicBezTo>
                  <a:lnTo>
                    <a:pt x="0" y="12668"/>
                  </a:lnTo>
                  <a:lnTo>
                    <a:pt x="0" y="13649"/>
                  </a:lnTo>
                  <a:lnTo>
                    <a:pt x="4180" y="13649"/>
                  </a:lnTo>
                  <a:cubicBezTo>
                    <a:pt x="6429" y="13649"/>
                    <a:pt x="8519" y="12794"/>
                    <a:pt x="10102" y="11211"/>
                  </a:cubicBezTo>
                  <a:lnTo>
                    <a:pt x="18146" y="3167"/>
                  </a:lnTo>
                  <a:cubicBezTo>
                    <a:pt x="19571" y="1726"/>
                    <a:pt x="21456" y="1006"/>
                    <a:pt x="23344" y="1006"/>
                  </a:cubicBezTo>
                  <a:cubicBezTo>
                    <a:pt x="25232" y="1006"/>
                    <a:pt x="27125" y="1726"/>
                    <a:pt x="28566" y="3167"/>
                  </a:cubicBezTo>
                  <a:lnTo>
                    <a:pt x="32841" y="7474"/>
                  </a:lnTo>
                  <a:cubicBezTo>
                    <a:pt x="34424" y="9057"/>
                    <a:pt x="36546" y="9912"/>
                    <a:pt x="38763" y="9912"/>
                  </a:cubicBezTo>
                  <a:cubicBezTo>
                    <a:pt x="41011" y="9912"/>
                    <a:pt x="43102" y="9057"/>
                    <a:pt x="44685" y="7474"/>
                  </a:cubicBezTo>
                  <a:cubicBezTo>
                    <a:pt x="46079" y="6081"/>
                    <a:pt x="47947" y="5320"/>
                    <a:pt x="49910" y="5320"/>
                  </a:cubicBezTo>
                  <a:cubicBezTo>
                    <a:pt x="51874" y="5320"/>
                    <a:pt x="53711" y="6081"/>
                    <a:pt x="55104" y="7474"/>
                  </a:cubicBezTo>
                  <a:lnTo>
                    <a:pt x="55706" y="8076"/>
                  </a:lnTo>
                  <a:cubicBezTo>
                    <a:pt x="57337" y="9707"/>
                    <a:pt x="59482" y="10522"/>
                    <a:pt x="61628" y="10522"/>
                  </a:cubicBezTo>
                  <a:cubicBezTo>
                    <a:pt x="63774" y="10522"/>
                    <a:pt x="65919" y="9707"/>
                    <a:pt x="67550" y="8076"/>
                  </a:cubicBezTo>
                  <a:lnTo>
                    <a:pt x="70844" y="4782"/>
                  </a:lnTo>
                  <a:lnTo>
                    <a:pt x="70147" y="4054"/>
                  </a:lnTo>
                  <a:lnTo>
                    <a:pt x="66853" y="7379"/>
                  </a:lnTo>
                  <a:cubicBezTo>
                    <a:pt x="65412" y="8804"/>
                    <a:pt x="63528" y="9517"/>
                    <a:pt x="61644" y="9517"/>
                  </a:cubicBezTo>
                  <a:cubicBezTo>
                    <a:pt x="59760" y="9517"/>
                    <a:pt x="57875" y="8804"/>
                    <a:pt x="56434" y="7379"/>
                  </a:cubicBezTo>
                  <a:lnTo>
                    <a:pt x="55833" y="6746"/>
                  </a:lnTo>
                  <a:cubicBezTo>
                    <a:pt x="54249" y="5194"/>
                    <a:pt x="52127" y="4307"/>
                    <a:pt x="49910" y="4307"/>
                  </a:cubicBezTo>
                  <a:cubicBezTo>
                    <a:pt x="47662" y="4307"/>
                    <a:pt x="45572" y="5194"/>
                    <a:pt x="43988" y="6777"/>
                  </a:cubicBezTo>
                  <a:cubicBezTo>
                    <a:pt x="42547" y="8202"/>
                    <a:pt x="40663" y="8915"/>
                    <a:pt x="38779" y="8915"/>
                  </a:cubicBezTo>
                  <a:cubicBezTo>
                    <a:pt x="36894" y="8915"/>
                    <a:pt x="35010" y="8202"/>
                    <a:pt x="33569" y="6777"/>
                  </a:cubicBezTo>
                  <a:lnTo>
                    <a:pt x="29262" y="2470"/>
                  </a:lnTo>
                  <a:cubicBezTo>
                    <a:pt x="27679" y="887"/>
                    <a:pt x="25589" y="0"/>
                    <a:pt x="2334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4161125" y="3203850"/>
              <a:ext cx="114025" cy="114025"/>
            </a:xfrm>
            <a:custGeom>
              <a:avLst/>
              <a:gdLst/>
              <a:ahLst/>
              <a:cxnLst/>
              <a:rect l="l" t="t" r="r" b="b"/>
              <a:pathLst>
                <a:path w="4561" h="4561" extrusionOk="0">
                  <a:moveTo>
                    <a:pt x="2280" y="349"/>
                  </a:moveTo>
                  <a:cubicBezTo>
                    <a:pt x="3325" y="349"/>
                    <a:pt x="4212" y="1204"/>
                    <a:pt x="4212" y="2281"/>
                  </a:cubicBezTo>
                  <a:cubicBezTo>
                    <a:pt x="4212" y="3358"/>
                    <a:pt x="3325" y="4213"/>
                    <a:pt x="2280" y="4213"/>
                  </a:cubicBezTo>
                  <a:cubicBezTo>
                    <a:pt x="1204" y="4213"/>
                    <a:pt x="317" y="3358"/>
                    <a:pt x="317" y="2281"/>
                  </a:cubicBezTo>
                  <a:cubicBezTo>
                    <a:pt x="317" y="1204"/>
                    <a:pt x="1204" y="349"/>
                    <a:pt x="2280" y="349"/>
                  </a:cubicBezTo>
                  <a:close/>
                  <a:moveTo>
                    <a:pt x="2280" y="1"/>
                  </a:moveTo>
                  <a:cubicBezTo>
                    <a:pt x="1014" y="1"/>
                    <a:pt x="0" y="1014"/>
                    <a:pt x="0" y="2281"/>
                  </a:cubicBezTo>
                  <a:cubicBezTo>
                    <a:pt x="0" y="3548"/>
                    <a:pt x="1014" y="4561"/>
                    <a:pt x="2280" y="4561"/>
                  </a:cubicBezTo>
                  <a:cubicBezTo>
                    <a:pt x="3516" y="4561"/>
                    <a:pt x="4561" y="3548"/>
                    <a:pt x="4561" y="2281"/>
                  </a:cubicBezTo>
                  <a:cubicBezTo>
                    <a:pt x="4561" y="1014"/>
                    <a:pt x="3516" y="1"/>
                    <a:pt x="228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" name="Google Shape;130;p13"/>
            <p:cNvSpPr/>
            <p:nvPr/>
          </p:nvSpPr>
          <p:spPr>
            <a:xfrm>
              <a:off x="4571225" y="3445325"/>
              <a:ext cx="75250" cy="76025"/>
            </a:xfrm>
            <a:custGeom>
              <a:avLst/>
              <a:gdLst/>
              <a:ahLst/>
              <a:cxnLst/>
              <a:rect l="l" t="t" r="r" b="b"/>
              <a:pathLst>
                <a:path w="3010" h="3041" extrusionOk="0">
                  <a:moveTo>
                    <a:pt x="1489" y="349"/>
                  </a:moveTo>
                  <a:cubicBezTo>
                    <a:pt x="2154" y="349"/>
                    <a:pt x="2661" y="887"/>
                    <a:pt x="2661" y="1521"/>
                  </a:cubicBezTo>
                  <a:cubicBezTo>
                    <a:pt x="2661" y="2186"/>
                    <a:pt x="2154" y="2693"/>
                    <a:pt x="1489" y="2693"/>
                  </a:cubicBezTo>
                  <a:cubicBezTo>
                    <a:pt x="856" y="2693"/>
                    <a:pt x="318" y="2186"/>
                    <a:pt x="318" y="1521"/>
                  </a:cubicBezTo>
                  <a:cubicBezTo>
                    <a:pt x="318" y="887"/>
                    <a:pt x="856" y="349"/>
                    <a:pt x="1489" y="349"/>
                  </a:cubicBezTo>
                  <a:close/>
                  <a:moveTo>
                    <a:pt x="1489" y="1"/>
                  </a:moveTo>
                  <a:cubicBezTo>
                    <a:pt x="666" y="1"/>
                    <a:pt x="1" y="697"/>
                    <a:pt x="1" y="1521"/>
                  </a:cubicBezTo>
                  <a:cubicBezTo>
                    <a:pt x="1" y="2376"/>
                    <a:pt x="666" y="3041"/>
                    <a:pt x="1489" y="3041"/>
                  </a:cubicBezTo>
                  <a:cubicBezTo>
                    <a:pt x="2344" y="3041"/>
                    <a:pt x="3009" y="2376"/>
                    <a:pt x="3009" y="1521"/>
                  </a:cubicBezTo>
                  <a:cubicBezTo>
                    <a:pt x="3009" y="697"/>
                    <a:pt x="2344" y="1"/>
                    <a:pt x="148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1" name="Google Shape;131;p13"/>
            <p:cNvSpPr/>
            <p:nvPr/>
          </p:nvSpPr>
          <p:spPr>
            <a:xfrm>
              <a:off x="5119100" y="3445325"/>
              <a:ext cx="105325" cy="105325"/>
            </a:xfrm>
            <a:custGeom>
              <a:avLst/>
              <a:gdLst/>
              <a:ahLst/>
              <a:cxnLst/>
              <a:rect l="l" t="t" r="r" b="b"/>
              <a:pathLst>
                <a:path w="4213" h="4213" extrusionOk="0">
                  <a:moveTo>
                    <a:pt x="2123" y="349"/>
                  </a:moveTo>
                  <a:cubicBezTo>
                    <a:pt x="3073" y="349"/>
                    <a:pt x="3864" y="1141"/>
                    <a:pt x="3864" y="2122"/>
                  </a:cubicBezTo>
                  <a:cubicBezTo>
                    <a:pt x="3864" y="3073"/>
                    <a:pt x="3073" y="3864"/>
                    <a:pt x="2123" y="3864"/>
                  </a:cubicBezTo>
                  <a:cubicBezTo>
                    <a:pt x="1141" y="3864"/>
                    <a:pt x="349" y="3073"/>
                    <a:pt x="349" y="2122"/>
                  </a:cubicBezTo>
                  <a:cubicBezTo>
                    <a:pt x="349" y="1141"/>
                    <a:pt x="1141" y="349"/>
                    <a:pt x="2123" y="349"/>
                  </a:cubicBezTo>
                  <a:close/>
                  <a:moveTo>
                    <a:pt x="2123" y="1"/>
                  </a:moveTo>
                  <a:cubicBezTo>
                    <a:pt x="951" y="1"/>
                    <a:pt x="1" y="951"/>
                    <a:pt x="1" y="2122"/>
                  </a:cubicBezTo>
                  <a:cubicBezTo>
                    <a:pt x="1" y="3263"/>
                    <a:pt x="951" y="4213"/>
                    <a:pt x="2123" y="4213"/>
                  </a:cubicBezTo>
                  <a:cubicBezTo>
                    <a:pt x="3263" y="4213"/>
                    <a:pt x="4213" y="3263"/>
                    <a:pt x="4213" y="2122"/>
                  </a:cubicBezTo>
                  <a:cubicBezTo>
                    <a:pt x="4213" y="951"/>
                    <a:pt x="3263" y="1"/>
                    <a:pt x="212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2" name="Google Shape;132;p13"/>
            <p:cNvSpPr/>
            <p:nvPr/>
          </p:nvSpPr>
          <p:spPr>
            <a:xfrm>
              <a:off x="5355050" y="3305975"/>
              <a:ext cx="105325" cy="105325"/>
            </a:xfrm>
            <a:custGeom>
              <a:avLst/>
              <a:gdLst/>
              <a:ahLst/>
              <a:cxnLst/>
              <a:rect l="l" t="t" r="r" b="b"/>
              <a:pathLst>
                <a:path w="4213" h="4213" extrusionOk="0">
                  <a:moveTo>
                    <a:pt x="2090" y="349"/>
                  </a:moveTo>
                  <a:cubicBezTo>
                    <a:pt x="3072" y="349"/>
                    <a:pt x="3864" y="1141"/>
                    <a:pt x="3864" y="2123"/>
                  </a:cubicBezTo>
                  <a:cubicBezTo>
                    <a:pt x="3864" y="3073"/>
                    <a:pt x="3072" y="3865"/>
                    <a:pt x="2090" y="3865"/>
                  </a:cubicBezTo>
                  <a:cubicBezTo>
                    <a:pt x="1140" y="3865"/>
                    <a:pt x="349" y="3073"/>
                    <a:pt x="349" y="2091"/>
                  </a:cubicBezTo>
                  <a:cubicBezTo>
                    <a:pt x="349" y="1141"/>
                    <a:pt x="1140" y="349"/>
                    <a:pt x="2090" y="349"/>
                  </a:cubicBezTo>
                  <a:close/>
                  <a:moveTo>
                    <a:pt x="2090" y="1"/>
                  </a:moveTo>
                  <a:cubicBezTo>
                    <a:pt x="950" y="1"/>
                    <a:pt x="0" y="951"/>
                    <a:pt x="0" y="2123"/>
                  </a:cubicBezTo>
                  <a:cubicBezTo>
                    <a:pt x="0" y="3263"/>
                    <a:pt x="950" y="4213"/>
                    <a:pt x="2090" y="4213"/>
                  </a:cubicBezTo>
                  <a:cubicBezTo>
                    <a:pt x="3262" y="4213"/>
                    <a:pt x="4212" y="3263"/>
                    <a:pt x="4212" y="2123"/>
                  </a:cubicBezTo>
                  <a:cubicBezTo>
                    <a:pt x="4212" y="951"/>
                    <a:pt x="3262" y="1"/>
                    <a:pt x="209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5377200" y="3328150"/>
              <a:ext cx="61000" cy="61000"/>
            </a:xfrm>
            <a:custGeom>
              <a:avLst/>
              <a:gdLst/>
              <a:ahLst/>
              <a:cxnLst/>
              <a:rect l="l" t="t" r="r" b="b"/>
              <a:pathLst>
                <a:path w="2440" h="2440" extrusionOk="0">
                  <a:moveTo>
                    <a:pt x="1204" y="1"/>
                  </a:moveTo>
                  <a:cubicBezTo>
                    <a:pt x="539" y="1"/>
                    <a:pt x="1" y="539"/>
                    <a:pt x="1" y="1204"/>
                  </a:cubicBezTo>
                  <a:cubicBezTo>
                    <a:pt x="1" y="1901"/>
                    <a:pt x="539" y="2439"/>
                    <a:pt x="1204" y="2439"/>
                  </a:cubicBezTo>
                  <a:cubicBezTo>
                    <a:pt x="1869" y="2439"/>
                    <a:pt x="2439" y="1901"/>
                    <a:pt x="2439" y="1204"/>
                  </a:cubicBezTo>
                  <a:cubicBezTo>
                    <a:pt x="2439" y="539"/>
                    <a:pt x="1869" y="1"/>
                    <a:pt x="120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3592650" y="3524500"/>
              <a:ext cx="104550" cy="105325"/>
            </a:xfrm>
            <a:custGeom>
              <a:avLst/>
              <a:gdLst/>
              <a:ahLst/>
              <a:cxnLst/>
              <a:rect l="l" t="t" r="r" b="b"/>
              <a:pathLst>
                <a:path w="4182" h="4213" extrusionOk="0">
                  <a:moveTo>
                    <a:pt x="2091" y="349"/>
                  </a:moveTo>
                  <a:cubicBezTo>
                    <a:pt x="3073" y="349"/>
                    <a:pt x="3864" y="1109"/>
                    <a:pt x="3864" y="2091"/>
                  </a:cubicBezTo>
                  <a:cubicBezTo>
                    <a:pt x="3864" y="3072"/>
                    <a:pt x="3073" y="3864"/>
                    <a:pt x="2091" y="3864"/>
                  </a:cubicBezTo>
                  <a:cubicBezTo>
                    <a:pt x="1141" y="3864"/>
                    <a:pt x="349" y="3072"/>
                    <a:pt x="349" y="2091"/>
                  </a:cubicBezTo>
                  <a:cubicBezTo>
                    <a:pt x="349" y="1141"/>
                    <a:pt x="1109" y="349"/>
                    <a:pt x="2091" y="349"/>
                  </a:cubicBezTo>
                  <a:close/>
                  <a:moveTo>
                    <a:pt x="2091" y="1"/>
                  </a:moveTo>
                  <a:cubicBezTo>
                    <a:pt x="951" y="1"/>
                    <a:pt x="1" y="951"/>
                    <a:pt x="1" y="2091"/>
                  </a:cubicBezTo>
                  <a:cubicBezTo>
                    <a:pt x="1" y="3262"/>
                    <a:pt x="951" y="4213"/>
                    <a:pt x="2091" y="4213"/>
                  </a:cubicBezTo>
                  <a:cubicBezTo>
                    <a:pt x="3263" y="4213"/>
                    <a:pt x="4181" y="3262"/>
                    <a:pt x="4181" y="2091"/>
                  </a:cubicBezTo>
                  <a:cubicBezTo>
                    <a:pt x="4181" y="951"/>
                    <a:pt x="3263" y="1"/>
                    <a:pt x="209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3614825" y="3546675"/>
              <a:ext cx="61000" cy="60975"/>
            </a:xfrm>
            <a:custGeom>
              <a:avLst/>
              <a:gdLst/>
              <a:ahLst/>
              <a:cxnLst/>
              <a:rect l="l" t="t" r="r" b="b"/>
              <a:pathLst>
                <a:path w="2440" h="2439" extrusionOk="0">
                  <a:moveTo>
                    <a:pt x="1204" y="0"/>
                  </a:moveTo>
                  <a:cubicBezTo>
                    <a:pt x="539" y="0"/>
                    <a:pt x="1" y="539"/>
                    <a:pt x="1" y="1204"/>
                  </a:cubicBezTo>
                  <a:cubicBezTo>
                    <a:pt x="1" y="1900"/>
                    <a:pt x="539" y="2439"/>
                    <a:pt x="1204" y="2439"/>
                  </a:cubicBezTo>
                  <a:cubicBezTo>
                    <a:pt x="1869" y="2439"/>
                    <a:pt x="2439" y="1900"/>
                    <a:pt x="2439" y="1204"/>
                  </a:cubicBezTo>
                  <a:cubicBezTo>
                    <a:pt x="2439" y="539"/>
                    <a:pt x="1869" y="0"/>
                    <a:pt x="120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4880000" y="2948925"/>
              <a:ext cx="173425" cy="24550"/>
            </a:xfrm>
            <a:custGeom>
              <a:avLst/>
              <a:gdLst/>
              <a:ahLst/>
              <a:cxnLst/>
              <a:rect l="l" t="t" r="r" b="b"/>
              <a:pathLst>
                <a:path w="6937" h="982" extrusionOk="0">
                  <a:moveTo>
                    <a:pt x="507" y="0"/>
                  </a:moveTo>
                  <a:cubicBezTo>
                    <a:pt x="222" y="0"/>
                    <a:pt x="1" y="222"/>
                    <a:pt x="1" y="507"/>
                  </a:cubicBezTo>
                  <a:cubicBezTo>
                    <a:pt x="1" y="760"/>
                    <a:pt x="222" y="982"/>
                    <a:pt x="507" y="982"/>
                  </a:cubicBezTo>
                  <a:lnTo>
                    <a:pt x="6430" y="982"/>
                  </a:lnTo>
                  <a:cubicBezTo>
                    <a:pt x="6715" y="982"/>
                    <a:pt x="6936" y="760"/>
                    <a:pt x="6936" y="507"/>
                  </a:cubicBezTo>
                  <a:cubicBezTo>
                    <a:pt x="6936" y="222"/>
                    <a:pt x="6715" y="0"/>
                    <a:pt x="643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7" name="Google Shape;137;p13"/>
            <p:cNvSpPr/>
            <p:nvPr/>
          </p:nvSpPr>
          <p:spPr>
            <a:xfrm>
              <a:off x="5108025" y="2948925"/>
              <a:ext cx="81575" cy="24550"/>
            </a:xfrm>
            <a:custGeom>
              <a:avLst/>
              <a:gdLst/>
              <a:ahLst/>
              <a:cxnLst/>
              <a:rect l="l" t="t" r="r" b="b"/>
              <a:pathLst>
                <a:path w="3263" h="982" extrusionOk="0">
                  <a:moveTo>
                    <a:pt x="507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2756" y="982"/>
                  </a:lnTo>
                  <a:cubicBezTo>
                    <a:pt x="3041" y="982"/>
                    <a:pt x="3262" y="760"/>
                    <a:pt x="3262" y="507"/>
                  </a:cubicBezTo>
                  <a:cubicBezTo>
                    <a:pt x="3262" y="222"/>
                    <a:pt x="3041" y="0"/>
                    <a:pt x="275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8" name="Google Shape;138;p13"/>
            <p:cNvSpPr/>
            <p:nvPr/>
          </p:nvSpPr>
          <p:spPr>
            <a:xfrm>
              <a:off x="5300425" y="2948925"/>
              <a:ext cx="58600" cy="24550"/>
            </a:xfrm>
            <a:custGeom>
              <a:avLst/>
              <a:gdLst/>
              <a:ahLst/>
              <a:cxnLst/>
              <a:rect l="l" t="t" r="r" b="b"/>
              <a:pathLst>
                <a:path w="2344" h="982" extrusionOk="0">
                  <a:moveTo>
                    <a:pt x="507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1837" y="982"/>
                  </a:lnTo>
                  <a:cubicBezTo>
                    <a:pt x="2122" y="982"/>
                    <a:pt x="2344" y="760"/>
                    <a:pt x="2344" y="507"/>
                  </a:cubicBezTo>
                  <a:cubicBezTo>
                    <a:pt x="2344" y="222"/>
                    <a:pt x="2122" y="0"/>
                    <a:pt x="183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5127025" y="3021750"/>
              <a:ext cx="197950" cy="25375"/>
            </a:xfrm>
            <a:custGeom>
              <a:avLst/>
              <a:gdLst/>
              <a:ahLst/>
              <a:cxnLst/>
              <a:rect l="l" t="t" r="r" b="b"/>
              <a:pathLst>
                <a:path w="7918" h="1015" extrusionOk="0">
                  <a:moveTo>
                    <a:pt x="507" y="1"/>
                  </a:moveTo>
                  <a:cubicBezTo>
                    <a:pt x="222" y="1"/>
                    <a:pt x="1" y="222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7443" y="1014"/>
                  </a:lnTo>
                  <a:cubicBezTo>
                    <a:pt x="7696" y="1014"/>
                    <a:pt x="7918" y="793"/>
                    <a:pt x="7918" y="508"/>
                  </a:cubicBezTo>
                  <a:cubicBezTo>
                    <a:pt x="7918" y="222"/>
                    <a:pt x="7696" y="1"/>
                    <a:pt x="744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3979025" y="3617125"/>
              <a:ext cx="119575" cy="24575"/>
            </a:xfrm>
            <a:custGeom>
              <a:avLst/>
              <a:gdLst/>
              <a:ahLst/>
              <a:cxnLst/>
              <a:rect l="l" t="t" r="r" b="b"/>
              <a:pathLst>
                <a:path w="4783" h="983" extrusionOk="0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4307" y="983"/>
                  </a:lnTo>
                  <a:cubicBezTo>
                    <a:pt x="4561" y="983"/>
                    <a:pt x="4782" y="761"/>
                    <a:pt x="4782" y="508"/>
                  </a:cubicBezTo>
                  <a:cubicBezTo>
                    <a:pt x="4782" y="222"/>
                    <a:pt x="4561" y="1"/>
                    <a:pt x="43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4148450" y="3617125"/>
              <a:ext cx="50700" cy="24575"/>
            </a:xfrm>
            <a:custGeom>
              <a:avLst/>
              <a:gdLst/>
              <a:ahLst/>
              <a:cxnLst/>
              <a:rect l="l" t="t" r="r" b="b"/>
              <a:pathLst>
                <a:path w="2028" h="983" extrusionOk="0">
                  <a:moveTo>
                    <a:pt x="507" y="1"/>
                  </a:moveTo>
                  <a:cubicBezTo>
                    <a:pt x="222" y="1"/>
                    <a:pt x="1" y="222"/>
                    <a:pt x="1" y="508"/>
                  </a:cubicBezTo>
                  <a:cubicBezTo>
                    <a:pt x="1" y="761"/>
                    <a:pt x="222" y="983"/>
                    <a:pt x="507" y="983"/>
                  </a:cubicBezTo>
                  <a:lnTo>
                    <a:pt x="1521" y="983"/>
                  </a:lnTo>
                  <a:cubicBezTo>
                    <a:pt x="1806" y="983"/>
                    <a:pt x="2027" y="761"/>
                    <a:pt x="2027" y="508"/>
                  </a:cubicBezTo>
                  <a:cubicBezTo>
                    <a:pt x="2027" y="222"/>
                    <a:pt x="1806" y="1"/>
                    <a:pt x="152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4750175" y="3617125"/>
              <a:ext cx="136975" cy="24575"/>
            </a:xfrm>
            <a:custGeom>
              <a:avLst/>
              <a:gdLst/>
              <a:ahLst/>
              <a:cxnLst/>
              <a:rect l="l" t="t" r="r" b="b"/>
              <a:pathLst>
                <a:path w="5479" h="983" extrusionOk="0">
                  <a:moveTo>
                    <a:pt x="475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475" y="983"/>
                  </a:cubicBezTo>
                  <a:lnTo>
                    <a:pt x="4972" y="983"/>
                  </a:lnTo>
                  <a:cubicBezTo>
                    <a:pt x="5257" y="983"/>
                    <a:pt x="5479" y="761"/>
                    <a:pt x="5479" y="508"/>
                  </a:cubicBezTo>
                  <a:cubicBezTo>
                    <a:pt x="5479" y="222"/>
                    <a:pt x="5257" y="1"/>
                    <a:pt x="497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4933850" y="3617125"/>
              <a:ext cx="58600" cy="24575"/>
            </a:xfrm>
            <a:custGeom>
              <a:avLst/>
              <a:gdLst/>
              <a:ahLst/>
              <a:cxnLst/>
              <a:rect l="l" t="t" r="r" b="b"/>
              <a:pathLst>
                <a:path w="2344" h="983" extrusionOk="0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1837" y="983"/>
                  </a:lnTo>
                  <a:cubicBezTo>
                    <a:pt x="2122" y="983"/>
                    <a:pt x="2344" y="761"/>
                    <a:pt x="2344" y="508"/>
                  </a:cubicBezTo>
                  <a:cubicBezTo>
                    <a:pt x="2344" y="222"/>
                    <a:pt x="2122" y="1"/>
                    <a:pt x="1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5163450" y="3617125"/>
              <a:ext cx="73650" cy="24575"/>
            </a:xfrm>
            <a:custGeom>
              <a:avLst/>
              <a:gdLst/>
              <a:ahLst/>
              <a:cxnLst/>
              <a:rect l="l" t="t" r="r" b="b"/>
              <a:pathLst>
                <a:path w="2946" h="983" extrusionOk="0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2439" y="983"/>
                  </a:lnTo>
                  <a:cubicBezTo>
                    <a:pt x="2724" y="983"/>
                    <a:pt x="2946" y="761"/>
                    <a:pt x="2946" y="508"/>
                  </a:cubicBezTo>
                  <a:cubicBezTo>
                    <a:pt x="2946" y="222"/>
                    <a:pt x="2724" y="1"/>
                    <a:pt x="243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5" name="Google Shape;145;p13"/>
            <p:cNvSpPr/>
            <p:nvPr/>
          </p:nvSpPr>
          <p:spPr>
            <a:xfrm>
              <a:off x="3676575" y="2937825"/>
              <a:ext cx="139375" cy="25375"/>
            </a:xfrm>
            <a:custGeom>
              <a:avLst/>
              <a:gdLst/>
              <a:ahLst/>
              <a:cxnLst/>
              <a:rect l="l" t="t" r="r" b="b"/>
              <a:pathLst>
                <a:path w="5575" h="1015" extrusionOk="0">
                  <a:moveTo>
                    <a:pt x="507" y="1"/>
                  </a:moveTo>
                  <a:cubicBezTo>
                    <a:pt x="222" y="1"/>
                    <a:pt x="1" y="254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5068" y="1014"/>
                  </a:lnTo>
                  <a:cubicBezTo>
                    <a:pt x="5321" y="1014"/>
                    <a:pt x="5575" y="793"/>
                    <a:pt x="5543" y="508"/>
                  </a:cubicBezTo>
                  <a:cubicBezTo>
                    <a:pt x="5543" y="223"/>
                    <a:pt x="5321" y="1"/>
                    <a:pt x="506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" name="Google Shape;146;p13"/>
            <p:cNvSpPr/>
            <p:nvPr/>
          </p:nvSpPr>
          <p:spPr>
            <a:xfrm>
              <a:off x="3852350" y="2937825"/>
              <a:ext cx="68100" cy="25375"/>
            </a:xfrm>
            <a:custGeom>
              <a:avLst/>
              <a:gdLst/>
              <a:ahLst/>
              <a:cxnLst/>
              <a:rect l="l" t="t" r="r" b="b"/>
              <a:pathLst>
                <a:path w="2724" h="1015" extrusionOk="0">
                  <a:moveTo>
                    <a:pt x="507" y="1"/>
                  </a:moveTo>
                  <a:cubicBezTo>
                    <a:pt x="222" y="1"/>
                    <a:pt x="0" y="254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2217" y="1014"/>
                  </a:lnTo>
                  <a:cubicBezTo>
                    <a:pt x="2502" y="1014"/>
                    <a:pt x="2724" y="793"/>
                    <a:pt x="2724" y="508"/>
                  </a:cubicBezTo>
                  <a:cubicBezTo>
                    <a:pt x="2724" y="223"/>
                    <a:pt x="2502" y="1"/>
                    <a:pt x="221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7" name="Google Shape;147;p13"/>
            <p:cNvSpPr/>
            <p:nvPr/>
          </p:nvSpPr>
          <p:spPr>
            <a:xfrm>
              <a:off x="2966400" y="2846400"/>
              <a:ext cx="266050" cy="531650"/>
            </a:xfrm>
            <a:custGeom>
              <a:avLst/>
              <a:gdLst/>
              <a:ahLst/>
              <a:cxnLst/>
              <a:rect l="l" t="t" r="r" b="b"/>
              <a:pathLst>
                <a:path w="10642" h="21266" extrusionOk="0">
                  <a:moveTo>
                    <a:pt x="191" y="0"/>
                  </a:moveTo>
                  <a:cubicBezTo>
                    <a:pt x="143" y="0"/>
                    <a:pt x="96" y="16"/>
                    <a:pt x="64" y="48"/>
                  </a:cubicBezTo>
                  <a:cubicBezTo>
                    <a:pt x="1" y="111"/>
                    <a:pt x="1" y="238"/>
                    <a:pt x="64" y="301"/>
                  </a:cubicBezTo>
                  <a:lnTo>
                    <a:pt x="10293" y="10530"/>
                  </a:lnTo>
                  <a:lnTo>
                    <a:pt x="10293" y="21076"/>
                  </a:lnTo>
                  <a:cubicBezTo>
                    <a:pt x="10293" y="21171"/>
                    <a:pt x="10388" y="21266"/>
                    <a:pt x="10483" y="21266"/>
                  </a:cubicBezTo>
                  <a:cubicBezTo>
                    <a:pt x="10546" y="21266"/>
                    <a:pt x="10641" y="21171"/>
                    <a:pt x="10641" y="21076"/>
                  </a:cubicBezTo>
                  <a:lnTo>
                    <a:pt x="10641" y="10435"/>
                  </a:lnTo>
                  <a:cubicBezTo>
                    <a:pt x="10641" y="10403"/>
                    <a:pt x="10610" y="10372"/>
                    <a:pt x="10578" y="10340"/>
                  </a:cubicBezTo>
                  <a:lnTo>
                    <a:pt x="317" y="48"/>
                  </a:lnTo>
                  <a:cubicBezTo>
                    <a:pt x="286" y="16"/>
                    <a:pt x="238" y="0"/>
                    <a:pt x="19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" name="Google Shape;148;p13"/>
            <p:cNvSpPr/>
            <p:nvPr/>
          </p:nvSpPr>
          <p:spPr>
            <a:xfrm>
              <a:off x="2741550" y="2634600"/>
              <a:ext cx="266850" cy="266850"/>
            </a:xfrm>
            <a:custGeom>
              <a:avLst/>
              <a:gdLst/>
              <a:ahLst/>
              <a:cxnLst/>
              <a:rect l="l" t="t" r="r" b="b"/>
              <a:pathLst>
                <a:path w="10674" h="10674" extrusionOk="0">
                  <a:moveTo>
                    <a:pt x="5321" y="317"/>
                  </a:moveTo>
                  <a:cubicBezTo>
                    <a:pt x="8076" y="317"/>
                    <a:pt x="10325" y="2566"/>
                    <a:pt x="10325" y="5353"/>
                  </a:cubicBezTo>
                  <a:cubicBezTo>
                    <a:pt x="10325" y="8108"/>
                    <a:pt x="8076" y="10356"/>
                    <a:pt x="5321" y="10356"/>
                  </a:cubicBezTo>
                  <a:cubicBezTo>
                    <a:pt x="2566" y="10356"/>
                    <a:pt x="317" y="8108"/>
                    <a:pt x="317" y="5353"/>
                  </a:cubicBezTo>
                  <a:cubicBezTo>
                    <a:pt x="317" y="2566"/>
                    <a:pt x="2566" y="317"/>
                    <a:pt x="5321" y="317"/>
                  </a:cubicBezTo>
                  <a:close/>
                  <a:moveTo>
                    <a:pt x="5321" y="1"/>
                  </a:moveTo>
                  <a:cubicBezTo>
                    <a:pt x="2376" y="1"/>
                    <a:pt x="1" y="2408"/>
                    <a:pt x="1" y="5353"/>
                  </a:cubicBezTo>
                  <a:cubicBezTo>
                    <a:pt x="1" y="8298"/>
                    <a:pt x="2376" y="10673"/>
                    <a:pt x="5321" y="10673"/>
                  </a:cubicBezTo>
                  <a:cubicBezTo>
                    <a:pt x="8266" y="10673"/>
                    <a:pt x="10673" y="8298"/>
                    <a:pt x="10673" y="5353"/>
                  </a:cubicBezTo>
                  <a:cubicBezTo>
                    <a:pt x="10673" y="2408"/>
                    <a:pt x="8266" y="1"/>
                    <a:pt x="532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" name="Google Shape;149;p13"/>
            <p:cNvSpPr/>
            <p:nvPr/>
          </p:nvSpPr>
          <p:spPr>
            <a:xfrm>
              <a:off x="2770850" y="2673800"/>
              <a:ext cx="207450" cy="188450"/>
            </a:xfrm>
            <a:custGeom>
              <a:avLst/>
              <a:gdLst/>
              <a:ahLst/>
              <a:cxnLst/>
              <a:rect l="l" t="t" r="r" b="b"/>
              <a:pathLst>
                <a:path w="8298" h="7538" extrusionOk="0">
                  <a:moveTo>
                    <a:pt x="4161" y="0"/>
                  </a:moveTo>
                  <a:cubicBezTo>
                    <a:pt x="3199" y="0"/>
                    <a:pt x="2233" y="365"/>
                    <a:pt x="1489" y="1093"/>
                  </a:cubicBezTo>
                  <a:cubicBezTo>
                    <a:pt x="0" y="2581"/>
                    <a:pt x="0" y="4957"/>
                    <a:pt x="1489" y="6445"/>
                  </a:cubicBezTo>
                  <a:cubicBezTo>
                    <a:pt x="2233" y="7173"/>
                    <a:pt x="3199" y="7538"/>
                    <a:pt x="4161" y="7538"/>
                  </a:cubicBezTo>
                  <a:cubicBezTo>
                    <a:pt x="5123" y="7538"/>
                    <a:pt x="6081" y="7173"/>
                    <a:pt x="6809" y="6445"/>
                  </a:cubicBezTo>
                  <a:cubicBezTo>
                    <a:pt x="8298" y="4957"/>
                    <a:pt x="8298" y="2581"/>
                    <a:pt x="6809" y="1093"/>
                  </a:cubicBezTo>
                  <a:cubicBezTo>
                    <a:pt x="6081" y="365"/>
                    <a:pt x="5123" y="0"/>
                    <a:pt x="416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" name="Google Shape;150;p13"/>
            <p:cNvSpPr/>
            <p:nvPr/>
          </p:nvSpPr>
          <p:spPr>
            <a:xfrm>
              <a:off x="3700325" y="2547525"/>
              <a:ext cx="8750" cy="292150"/>
            </a:xfrm>
            <a:custGeom>
              <a:avLst/>
              <a:gdLst/>
              <a:ahLst/>
              <a:cxnLst/>
              <a:rect l="l" t="t" r="r" b="b"/>
              <a:pathLst>
                <a:path w="350" h="11686" extrusionOk="0">
                  <a:moveTo>
                    <a:pt x="191" y="0"/>
                  </a:moveTo>
                  <a:cubicBezTo>
                    <a:pt x="96" y="0"/>
                    <a:pt x="1" y="63"/>
                    <a:pt x="1" y="158"/>
                  </a:cubicBezTo>
                  <a:lnTo>
                    <a:pt x="1" y="11528"/>
                  </a:lnTo>
                  <a:cubicBezTo>
                    <a:pt x="1" y="11623"/>
                    <a:pt x="96" y="11686"/>
                    <a:pt x="191" y="11686"/>
                  </a:cubicBezTo>
                  <a:cubicBezTo>
                    <a:pt x="254" y="11686"/>
                    <a:pt x="349" y="11623"/>
                    <a:pt x="349" y="11528"/>
                  </a:cubicBezTo>
                  <a:lnTo>
                    <a:pt x="349" y="158"/>
                  </a:lnTo>
                  <a:cubicBezTo>
                    <a:pt x="349" y="63"/>
                    <a:pt x="254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" name="Google Shape;151;p13"/>
            <p:cNvSpPr/>
            <p:nvPr/>
          </p:nvSpPr>
          <p:spPr>
            <a:xfrm>
              <a:off x="2598250" y="3306775"/>
              <a:ext cx="424400" cy="669025"/>
            </a:xfrm>
            <a:custGeom>
              <a:avLst/>
              <a:gdLst/>
              <a:ahLst/>
              <a:cxnLst/>
              <a:rect l="l" t="t" r="r" b="b"/>
              <a:pathLst>
                <a:path w="16976" h="26761" extrusionOk="0">
                  <a:moveTo>
                    <a:pt x="159" y="1"/>
                  </a:moveTo>
                  <a:cubicBezTo>
                    <a:pt x="64" y="1"/>
                    <a:pt x="0" y="64"/>
                    <a:pt x="0" y="159"/>
                  </a:cubicBezTo>
                  <a:lnTo>
                    <a:pt x="0" y="16532"/>
                  </a:lnTo>
                  <a:cubicBezTo>
                    <a:pt x="0" y="16563"/>
                    <a:pt x="32" y="16595"/>
                    <a:pt x="64" y="16627"/>
                  </a:cubicBezTo>
                  <a:lnTo>
                    <a:pt x="10103" y="26697"/>
                  </a:lnTo>
                  <a:cubicBezTo>
                    <a:pt x="10135" y="26729"/>
                    <a:pt x="10198" y="26761"/>
                    <a:pt x="10230" y="26761"/>
                  </a:cubicBezTo>
                  <a:lnTo>
                    <a:pt x="16817" y="26761"/>
                  </a:lnTo>
                  <a:cubicBezTo>
                    <a:pt x="16912" y="26761"/>
                    <a:pt x="16975" y="26666"/>
                    <a:pt x="16975" y="26571"/>
                  </a:cubicBezTo>
                  <a:cubicBezTo>
                    <a:pt x="16975" y="26476"/>
                    <a:pt x="16880" y="26412"/>
                    <a:pt x="16785" y="26412"/>
                  </a:cubicBezTo>
                  <a:lnTo>
                    <a:pt x="10293" y="26412"/>
                  </a:lnTo>
                  <a:lnTo>
                    <a:pt x="349" y="16437"/>
                  </a:ln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" name="Google Shape;152;p13"/>
            <p:cNvSpPr/>
            <p:nvPr/>
          </p:nvSpPr>
          <p:spPr>
            <a:xfrm>
              <a:off x="5914000" y="2241900"/>
              <a:ext cx="8725" cy="249425"/>
            </a:xfrm>
            <a:custGeom>
              <a:avLst/>
              <a:gdLst/>
              <a:ahLst/>
              <a:cxnLst/>
              <a:rect l="l" t="t" r="r" b="b"/>
              <a:pathLst>
                <a:path w="349" h="9977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9787"/>
                  </a:lnTo>
                  <a:cubicBezTo>
                    <a:pt x="1" y="9882"/>
                    <a:pt x="96" y="9977"/>
                    <a:pt x="191" y="9977"/>
                  </a:cubicBezTo>
                  <a:cubicBezTo>
                    <a:pt x="286" y="9977"/>
                    <a:pt x="349" y="9882"/>
                    <a:pt x="349" y="9787"/>
                  </a:cubicBezTo>
                  <a:lnTo>
                    <a:pt x="349" y="191"/>
                  </a:lnTo>
                  <a:cubicBezTo>
                    <a:pt x="349" y="96"/>
                    <a:pt x="286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" name="Google Shape;153;p13"/>
            <p:cNvSpPr/>
            <p:nvPr/>
          </p:nvSpPr>
          <p:spPr>
            <a:xfrm>
              <a:off x="4192800" y="2458050"/>
              <a:ext cx="240700" cy="240700"/>
            </a:xfrm>
            <a:custGeom>
              <a:avLst/>
              <a:gdLst/>
              <a:ahLst/>
              <a:cxnLst/>
              <a:rect l="l" t="t" r="r" b="b"/>
              <a:pathLst>
                <a:path w="9628" h="9628" extrusionOk="0">
                  <a:moveTo>
                    <a:pt x="4814" y="1014"/>
                  </a:moveTo>
                  <a:cubicBezTo>
                    <a:pt x="6936" y="1014"/>
                    <a:pt x="8646" y="2724"/>
                    <a:pt x="8646" y="4814"/>
                  </a:cubicBezTo>
                  <a:cubicBezTo>
                    <a:pt x="8646" y="6904"/>
                    <a:pt x="6936" y="8614"/>
                    <a:pt x="4814" y="8614"/>
                  </a:cubicBezTo>
                  <a:cubicBezTo>
                    <a:pt x="2724" y="8614"/>
                    <a:pt x="1013" y="6904"/>
                    <a:pt x="1013" y="4814"/>
                  </a:cubicBezTo>
                  <a:cubicBezTo>
                    <a:pt x="1013" y="2724"/>
                    <a:pt x="2724" y="1014"/>
                    <a:pt x="4814" y="1014"/>
                  </a:cubicBezTo>
                  <a:close/>
                  <a:moveTo>
                    <a:pt x="4814" y="1"/>
                  </a:moveTo>
                  <a:cubicBezTo>
                    <a:pt x="2185" y="1"/>
                    <a:pt x="0" y="2154"/>
                    <a:pt x="0" y="4814"/>
                  </a:cubicBezTo>
                  <a:cubicBezTo>
                    <a:pt x="0" y="7474"/>
                    <a:pt x="2185" y="9628"/>
                    <a:pt x="4814" y="9628"/>
                  </a:cubicBezTo>
                  <a:cubicBezTo>
                    <a:pt x="7474" y="9628"/>
                    <a:pt x="9627" y="7474"/>
                    <a:pt x="9627" y="4814"/>
                  </a:cubicBezTo>
                  <a:cubicBezTo>
                    <a:pt x="9627" y="2154"/>
                    <a:pt x="7474" y="1"/>
                    <a:pt x="481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4" name="Google Shape;154;p13"/>
            <p:cNvSpPr/>
            <p:nvPr/>
          </p:nvSpPr>
          <p:spPr>
            <a:xfrm>
              <a:off x="4135000" y="1664750"/>
              <a:ext cx="438625" cy="438625"/>
            </a:xfrm>
            <a:custGeom>
              <a:avLst/>
              <a:gdLst/>
              <a:ahLst/>
              <a:cxnLst/>
              <a:rect l="l" t="t" r="r" b="b"/>
              <a:pathLst>
                <a:path w="17545" h="17545" extrusionOk="0">
                  <a:moveTo>
                    <a:pt x="8772" y="1362"/>
                  </a:moveTo>
                  <a:cubicBezTo>
                    <a:pt x="12858" y="1362"/>
                    <a:pt x="16183" y="4687"/>
                    <a:pt x="16183" y="8773"/>
                  </a:cubicBezTo>
                  <a:cubicBezTo>
                    <a:pt x="16183" y="12858"/>
                    <a:pt x="12858" y="16183"/>
                    <a:pt x="8772" y="16183"/>
                  </a:cubicBezTo>
                  <a:cubicBezTo>
                    <a:pt x="4687" y="16183"/>
                    <a:pt x="1362" y="12858"/>
                    <a:pt x="1362" y="8773"/>
                  </a:cubicBezTo>
                  <a:cubicBezTo>
                    <a:pt x="1362" y="4687"/>
                    <a:pt x="4687" y="1362"/>
                    <a:pt x="8772" y="1362"/>
                  </a:cubicBezTo>
                  <a:close/>
                  <a:moveTo>
                    <a:pt x="8772" y="0"/>
                  </a:moveTo>
                  <a:cubicBezTo>
                    <a:pt x="3959" y="0"/>
                    <a:pt x="0" y="3927"/>
                    <a:pt x="0" y="8773"/>
                  </a:cubicBezTo>
                  <a:cubicBezTo>
                    <a:pt x="0" y="13618"/>
                    <a:pt x="3959" y="17545"/>
                    <a:pt x="8772" y="17545"/>
                  </a:cubicBezTo>
                  <a:cubicBezTo>
                    <a:pt x="13618" y="17545"/>
                    <a:pt x="17545" y="13586"/>
                    <a:pt x="17545" y="8773"/>
                  </a:cubicBezTo>
                  <a:cubicBezTo>
                    <a:pt x="17545" y="3927"/>
                    <a:pt x="13618" y="0"/>
                    <a:pt x="87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5" name="Google Shape;155;p13"/>
            <p:cNvSpPr/>
            <p:nvPr/>
          </p:nvSpPr>
          <p:spPr>
            <a:xfrm>
              <a:off x="3285475" y="2764450"/>
              <a:ext cx="172625" cy="172625"/>
            </a:xfrm>
            <a:custGeom>
              <a:avLst/>
              <a:gdLst/>
              <a:ahLst/>
              <a:cxnLst/>
              <a:rect l="l" t="t" r="r" b="b"/>
              <a:pathLst>
                <a:path w="6905" h="6905" extrusionOk="0">
                  <a:moveTo>
                    <a:pt x="3452" y="1014"/>
                  </a:moveTo>
                  <a:cubicBezTo>
                    <a:pt x="4814" y="1014"/>
                    <a:pt x="5891" y="2091"/>
                    <a:pt x="5891" y="3452"/>
                  </a:cubicBezTo>
                  <a:cubicBezTo>
                    <a:pt x="5891" y="4782"/>
                    <a:pt x="4782" y="5891"/>
                    <a:pt x="3452" y="5891"/>
                  </a:cubicBezTo>
                  <a:cubicBezTo>
                    <a:pt x="2090" y="5891"/>
                    <a:pt x="1014" y="4782"/>
                    <a:pt x="1014" y="3452"/>
                  </a:cubicBezTo>
                  <a:cubicBezTo>
                    <a:pt x="1014" y="2091"/>
                    <a:pt x="2122" y="1014"/>
                    <a:pt x="3452" y="1014"/>
                  </a:cubicBezTo>
                  <a:close/>
                  <a:moveTo>
                    <a:pt x="3452" y="0"/>
                  </a:moveTo>
                  <a:cubicBezTo>
                    <a:pt x="1552" y="0"/>
                    <a:pt x="0" y="1552"/>
                    <a:pt x="0" y="3452"/>
                  </a:cubicBezTo>
                  <a:cubicBezTo>
                    <a:pt x="0" y="5352"/>
                    <a:pt x="1552" y="6904"/>
                    <a:pt x="3452" y="6904"/>
                  </a:cubicBezTo>
                  <a:cubicBezTo>
                    <a:pt x="5352" y="6904"/>
                    <a:pt x="6904" y="5352"/>
                    <a:pt x="6904" y="3452"/>
                  </a:cubicBezTo>
                  <a:cubicBezTo>
                    <a:pt x="6904" y="1552"/>
                    <a:pt x="5352" y="0"/>
                    <a:pt x="345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" name="Google Shape;156;p13"/>
            <p:cNvSpPr/>
            <p:nvPr/>
          </p:nvSpPr>
          <p:spPr>
            <a:xfrm>
              <a:off x="5016975" y="1886425"/>
              <a:ext cx="254950" cy="254950"/>
            </a:xfrm>
            <a:custGeom>
              <a:avLst/>
              <a:gdLst/>
              <a:ahLst/>
              <a:cxnLst/>
              <a:rect l="l" t="t" r="r" b="b"/>
              <a:pathLst>
                <a:path w="10198" h="10198" extrusionOk="0">
                  <a:moveTo>
                    <a:pt x="5099" y="982"/>
                  </a:moveTo>
                  <a:cubicBezTo>
                    <a:pt x="7348" y="982"/>
                    <a:pt x="9185" y="2819"/>
                    <a:pt x="9185" y="5099"/>
                  </a:cubicBezTo>
                  <a:cubicBezTo>
                    <a:pt x="9185" y="7348"/>
                    <a:pt x="7348" y="9185"/>
                    <a:pt x="5099" y="9185"/>
                  </a:cubicBezTo>
                  <a:cubicBezTo>
                    <a:pt x="2851" y="9185"/>
                    <a:pt x="1014" y="7348"/>
                    <a:pt x="1014" y="5099"/>
                  </a:cubicBezTo>
                  <a:cubicBezTo>
                    <a:pt x="1014" y="2819"/>
                    <a:pt x="2851" y="982"/>
                    <a:pt x="5099" y="982"/>
                  </a:cubicBezTo>
                  <a:close/>
                  <a:moveTo>
                    <a:pt x="5099" y="1"/>
                  </a:moveTo>
                  <a:cubicBezTo>
                    <a:pt x="2281" y="1"/>
                    <a:pt x="1" y="2281"/>
                    <a:pt x="1" y="5099"/>
                  </a:cubicBezTo>
                  <a:cubicBezTo>
                    <a:pt x="1" y="7886"/>
                    <a:pt x="2281" y="10198"/>
                    <a:pt x="5099" y="10198"/>
                  </a:cubicBezTo>
                  <a:cubicBezTo>
                    <a:pt x="7918" y="10198"/>
                    <a:pt x="10198" y="7886"/>
                    <a:pt x="10198" y="5099"/>
                  </a:cubicBezTo>
                  <a:cubicBezTo>
                    <a:pt x="10198" y="2281"/>
                    <a:pt x="7918" y="1"/>
                    <a:pt x="509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" name="Google Shape;157;p13"/>
            <p:cNvSpPr/>
            <p:nvPr/>
          </p:nvSpPr>
          <p:spPr>
            <a:xfrm>
              <a:off x="6183975" y="1449400"/>
              <a:ext cx="254975" cy="254950"/>
            </a:xfrm>
            <a:custGeom>
              <a:avLst/>
              <a:gdLst/>
              <a:ahLst/>
              <a:cxnLst/>
              <a:rect l="l" t="t" r="r" b="b"/>
              <a:pathLst>
                <a:path w="10199" h="10198" extrusionOk="0">
                  <a:moveTo>
                    <a:pt x="5099" y="1014"/>
                  </a:moveTo>
                  <a:cubicBezTo>
                    <a:pt x="7348" y="1014"/>
                    <a:pt x="9185" y="2851"/>
                    <a:pt x="9185" y="5099"/>
                  </a:cubicBezTo>
                  <a:cubicBezTo>
                    <a:pt x="9185" y="7379"/>
                    <a:pt x="7348" y="9216"/>
                    <a:pt x="5099" y="9216"/>
                  </a:cubicBezTo>
                  <a:cubicBezTo>
                    <a:pt x="2819" y="9216"/>
                    <a:pt x="982" y="7379"/>
                    <a:pt x="982" y="5099"/>
                  </a:cubicBezTo>
                  <a:cubicBezTo>
                    <a:pt x="982" y="2851"/>
                    <a:pt x="2819" y="1014"/>
                    <a:pt x="5099" y="1014"/>
                  </a:cubicBezTo>
                  <a:close/>
                  <a:moveTo>
                    <a:pt x="5099" y="0"/>
                  </a:moveTo>
                  <a:cubicBezTo>
                    <a:pt x="2281" y="0"/>
                    <a:pt x="1" y="2312"/>
                    <a:pt x="1" y="5099"/>
                  </a:cubicBezTo>
                  <a:cubicBezTo>
                    <a:pt x="1" y="7918"/>
                    <a:pt x="2281" y="10198"/>
                    <a:pt x="5099" y="10198"/>
                  </a:cubicBezTo>
                  <a:cubicBezTo>
                    <a:pt x="7886" y="10198"/>
                    <a:pt x="10198" y="7918"/>
                    <a:pt x="10198" y="5099"/>
                  </a:cubicBezTo>
                  <a:cubicBezTo>
                    <a:pt x="10198" y="2312"/>
                    <a:pt x="7886" y="0"/>
                    <a:pt x="509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8" name="Google Shape;158;p13"/>
            <p:cNvSpPr/>
            <p:nvPr/>
          </p:nvSpPr>
          <p:spPr>
            <a:xfrm>
              <a:off x="6605975" y="3315475"/>
              <a:ext cx="394300" cy="394325"/>
            </a:xfrm>
            <a:custGeom>
              <a:avLst/>
              <a:gdLst/>
              <a:ahLst/>
              <a:cxnLst/>
              <a:rect l="l" t="t" r="r" b="b"/>
              <a:pathLst>
                <a:path w="15772" h="15773" extrusionOk="0">
                  <a:moveTo>
                    <a:pt x="7886" y="1014"/>
                  </a:moveTo>
                  <a:cubicBezTo>
                    <a:pt x="11686" y="1014"/>
                    <a:pt x="14790" y="4118"/>
                    <a:pt x="14790" y="7887"/>
                  </a:cubicBezTo>
                  <a:cubicBezTo>
                    <a:pt x="14790" y="11687"/>
                    <a:pt x="11686" y="14790"/>
                    <a:pt x="7886" y="14790"/>
                  </a:cubicBezTo>
                  <a:cubicBezTo>
                    <a:pt x="4086" y="14790"/>
                    <a:pt x="1014" y="11687"/>
                    <a:pt x="1014" y="7887"/>
                  </a:cubicBezTo>
                  <a:cubicBezTo>
                    <a:pt x="1014" y="4118"/>
                    <a:pt x="4086" y="1014"/>
                    <a:pt x="7886" y="1014"/>
                  </a:cubicBezTo>
                  <a:close/>
                  <a:moveTo>
                    <a:pt x="7886" y="1"/>
                  </a:moveTo>
                  <a:cubicBezTo>
                    <a:pt x="3547" y="1"/>
                    <a:pt x="0" y="3548"/>
                    <a:pt x="0" y="7887"/>
                  </a:cubicBezTo>
                  <a:cubicBezTo>
                    <a:pt x="0" y="12257"/>
                    <a:pt x="3547" y="15772"/>
                    <a:pt x="7886" y="15772"/>
                  </a:cubicBezTo>
                  <a:cubicBezTo>
                    <a:pt x="12256" y="15772"/>
                    <a:pt x="15772" y="12257"/>
                    <a:pt x="15772" y="7887"/>
                  </a:cubicBezTo>
                  <a:cubicBezTo>
                    <a:pt x="15772" y="3548"/>
                    <a:pt x="12225" y="1"/>
                    <a:pt x="788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9" name="Google Shape;159;p13"/>
            <p:cNvSpPr/>
            <p:nvPr/>
          </p:nvSpPr>
          <p:spPr>
            <a:xfrm>
              <a:off x="6647150" y="2157200"/>
              <a:ext cx="178150" cy="178150"/>
            </a:xfrm>
            <a:custGeom>
              <a:avLst/>
              <a:gdLst/>
              <a:ahLst/>
              <a:cxnLst/>
              <a:rect l="l" t="t" r="r" b="b"/>
              <a:pathLst>
                <a:path w="7126" h="7126" extrusionOk="0">
                  <a:moveTo>
                    <a:pt x="3579" y="1014"/>
                  </a:moveTo>
                  <a:cubicBezTo>
                    <a:pt x="4972" y="1014"/>
                    <a:pt x="6144" y="2154"/>
                    <a:pt x="6144" y="3579"/>
                  </a:cubicBezTo>
                  <a:cubicBezTo>
                    <a:pt x="6144" y="4972"/>
                    <a:pt x="4972" y="6112"/>
                    <a:pt x="3579" y="6112"/>
                  </a:cubicBezTo>
                  <a:cubicBezTo>
                    <a:pt x="2154" y="6112"/>
                    <a:pt x="1014" y="4972"/>
                    <a:pt x="1014" y="3579"/>
                  </a:cubicBezTo>
                  <a:cubicBezTo>
                    <a:pt x="1014" y="2154"/>
                    <a:pt x="2154" y="1014"/>
                    <a:pt x="3579" y="1014"/>
                  </a:cubicBezTo>
                  <a:close/>
                  <a:moveTo>
                    <a:pt x="3579" y="0"/>
                  </a:moveTo>
                  <a:cubicBezTo>
                    <a:pt x="1615" y="0"/>
                    <a:pt x="0" y="1615"/>
                    <a:pt x="0" y="3579"/>
                  </a:cubicBezTo>
                  <a:cubicBezTo>
                    <a:pt x="0" y="5542"/>
                    <a:pt x="1615" y="7126"/>
                    <a:pt x="3579" y="7126"/>
                  </a:cubicBezTo>
                  <a:cubicBezTo>
                    <a:pt x="5542" y="7126"/>
                    <a:pt x="7126" y="5542"/>
                    <a:pt x="7126" y="3579"/>
                  </a:cubicBezTo>
                  <a:cubicBezTo>
                    <a:pt x="7126" y="1615"/>
                    <a:pt x="5542" y="0"/>
                    <a:pt x="357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0" name="Google Shape;160;p13"/>
            <p:cNvSpPr/>
            <p:nvPr/>
          </p:nvSpPr>
          <p:spPr>
            <a:xfrm>
              <a:off x="4713750" y="2228450"/>
              <a:ext cx="91850" cy="91075"/>
            </a:xfrm>
            <a:custGeom>
              <a:avLst/>
              <a:gdLst/>
              <a:ahLst/>
              <a:cxnLst/>
              <a:rect l="l" t="t" r="r" b="b"/>
              <a:pathLst>
                <a:path w="3674" h="3643" extrusionOk="0">
                  <a:moveTo>
                    <a:pt x="1837" y="982"/>
                  </a:moveTo>
                  <a:cubicBezTo>
                    <a:pt x="2280" y="982"/>
                    <a:pt x="2660" y="1362"/>
                    <a:pt x="2660" y="1806"/>
                  </a:cubicBezTo>
                  <a:cubicBezTo>
                    <a:pt x="2660" y="2281"/>
                    <a:pt x="2280" y="2661"/>
                    <a:pt x="1837" y="2661"/>
                  </a:cubicBezTo>
                  <a:cubicBezTo>
                    <a:pt x="1394" y="2661"/>
                    <a:pt x="1014" y="2281"/>
                    <a:pt x="1014" y="1806"/>
                  </a:cubicBezTo>
                  <a:cubicBezTo>
                    <a:pt x="1014" y="1362"/>
                    <a:pt x="1394" y="982"/>
                    <a:pt x="1837" y="982"/>
                  </a:cubicBezTo>
                  <a:close/>
                  <a:moveTo>
                    <a:pt x="1837" y="1"/>
                  </a:moveTo>
                  <a:cubicBezTo>
                    <a:pt x="824" y="1"/>
                    <a:pt x="0" y="824"/>
                    <a:pt x="0" y="1806"/>
                  </a:cubicBezTo>
                  <a:cubicBezTo>
                    <a:pt x="0" y="2819"/>
                    <a:pt x="824" y="3642"/>
                    <a:pt x="1837" y="3642"/>
                  </a:cubicBezTo>
                  <a:cubicBezTo>
                    <a:pt x="2850" y="3642"/>
                    <a:pt x="3674" y="2819"/>
                    <a:pt x="3674" y="1806"/>
                  </a:cubicBezTo>
                  <a:cubicBezTo>
                    <a:pt x="3674" y="824"/>
                    <a:pt x="2850" y="1"/>
                    <a:pt x="183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1" name="Google Shape;161;p13"/>
            <p:cNvSpPr/>
            <p:nvPr/>
          </p:nvSpPr>
          <p:spPr>
            <a:xfrm>
              <a:off x="3606900" y="2093075"/>
              <a:ext cx="152850" cy="153600"/>
            </a:xfrm>
            <a:custGeom>
              <a:avLst/>
              <a:gdLst/>
              <a:ahLst/>
              <a:cxnLst/>
              <a:rect l="l" t="t" r="r" b="b"/>
              <a:pathLst>
                <a:path w="6114" h="6144" extrusionOk="0">
                  <a:moveTo>
                    <a:pt x="3073" y="1014"/>
                  </a:moveTo>
                  <a:cubicBezTo>
                    <a:pt x="4181" y="1014"/>
                    <a:pt x="5131" y="1932"/>
                    <a:pt x="5131" y="3072"/>
                  </a:cubicBezTo>
                  <a:cubicBezTo>
                    <a:pt x="5131" y="4212"/>
                    <a:pt x="4181" y="5131"/>
                    <a:pt x="3073" y="5131"/>
                  </a:cubicBezTo>
                  <a:cubicBezTo>
                    <a:pt x="1933" y="5131"/>
                    <a:pt x="1014" y="4212"/>
                    <a:pt x="1014" y="3072"/>
                  </a:cubicBezTo>
                  <a:cubicBezTo>
                    <a:pt x="1014" y="1932"/>
                    <a:pt x="1933" y="1014"/>
                    <a:pt x="3073" y="1014"/>
                  </a:cubicBezTo>
                  <a:close/>
                  <a:moveTo>
                    <a:pt x="3073" y="0"/>
                  </a:moveTo>
                  <a:cubicBezTo>
                    <a:pt x="1363" y="0"/>
                    <a:pt x="1" y="1394"/>
                    <a:pt x="1" y="3072"/>
                  </a:cubicBezTo>
                  <a:cubicBezTo>
                    <a:pt x="1" y="4751"/>
                    <a:pt x="1363" y="6144"/>
                    <a:pt x="3073" y="6144"/>
                  </a:cubicBezTo>
                  <a:cubicBezTo>
                    <a:pt x="4751" y="6144"/>
                    <a:pt x="6113" y="4751"/>
                    <a:pt x="6113" y="3072"/>
                  </a:cubicBezTo>
                  <a:cubicBezTo>
                    <a:pt x="6113" y="1394"/>
                    <a:pt x="4751" y="0"/>
                    <a:pt x="307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2" name="Google Shape;162;p13"/>
            <p:cNvSpPr/>
            <p:nvPr/>
          </p:nvSpPr>
          <p:spPr>
            <a:xfrm>
              <a:off x="4774700" y="1416150"/>
              <a:ext cx="152825" cy="152825"/>
            </a:xfrm>
            <a:custGeom>
              <a:avLst/>
              <a:gdLst/>
              <a:ahLst/>
              <a:cxnLst/>
              <a:rect l="l" t="t" r="r" b="b"/>
              <a:pathLst>
                <a:path w="6113" h="6113" extrusionOk="0">
                  <a:moveTo>
                    <a:pt x="3041" y="1014"/>
                  </a:moveTo>
                  <a:cubicBezTo>
                    <a:pt x="4181" y="1014"/>
                    <a:pt x="5099" y="1932"/>
                    <a:pt x="5099" y="3072"/>
                  </a:cubicBezTo>
                  <a:cubicBezTo>
                    <a:pt x="5099" y="4212"/>
                    <a:pt x="4181" y="5131"/>
                    <a:pt x="3041" y="5131"/>
                  </a:cubicBezTo>
                  <a:cubicBezTo>
                    <a:pt x="1901" y="5131"/>
                    <a:pt x="983" y="4212"/>
                    <a:pt x="983" y="3072"/>
                  </a:cubicBezTo>
                  <a:cubicBezTo>
                    <a:pt x="983" y="1932"/>
                    <a:pt x="1901" y="1014"/>
                    <a:pt x="3041" y="1014"/>
                  </a:cubicBezTo>
                  <a:close/>
                  <a:moveTo>
                    <a:pt x="3041" y="0"/>
                  </a:moveTo>
                  <a:cubicBezTo>
                    <a:pt x="1363" y="0"/>
                    <a:pt x="1" y="1394"/>
                    <a:pt x="1" y="3072"/>
                  </a:cubicBezTo>
                  <a:cubicBezTo>
                    <a:pt x="1" y="4751"/>
                    <a:pt x="1363" y="6112"/>
                    <a:pt x="3041" y="6112"/>
                  </a:cubicBezTo>
                  <a:cubicBezTo>
                    <a:pt x="4751" y="6112"/>
                    <a:pt x="6113" y="4751"/>
                    <a:pt x="6113" y="3072"/>
                  </a:cubicBezTo>
                  <a:cubicBezTo>
                    <a:pt x="6113" y="1394"/>
                    <a:pt x="4751" y="0"/>
                    <a:pt x="30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3" name="Google Shape;163;p13"/>
            <p:cNvSpPr/>
            <p:nvPr/>
          </p:nvSpPr>
          <p:spPr>
            <a:xfrm>
              <a:off x="2681375" y="4073950"/>
              <a:ext cx="197975" cy="197175"/>
            </a:xfrm>
            <a:custGeom>
              <a:avLst/>
              <a:gdLst/>
              <a:ahLst/>
              <a:cxnLst/>
              <a:rect l="l" t="t" r="r" b="b"/>
              <a:pathLst>
                <a:path w="7919" h="7887" extrusionOk="0">
                  <a:moveTo>
                    <a:pt x="3959" y="982"/>
                  </a:moveTo>
                  <a:cubicBezTo>
                    <a:pt x="5575" y="982"/>
                    <a:pt x="6905" y="2313"/>
                    <a:pt x="6905" y="3928"/>
                  </a:cubicBezTo>
                  <a:cubicBezTo>
                    <a:pt x="6905" y="5574"/>
                    <a:pt x="5575" y="6873"/>
                    <a:pt x="3959" y="6873"/>
                  </a:cubicBezTo>
                  <a:cubicBezTo>
                    <a:pt x="2344" y="6873"/>
                    <a:pt x="1014" y="5574"/>
                    <a:pt x="1014" y="3928"/>
                  </a:cubicBezTo>
                  <a:cubicBezTo>
                    <a:pt x="1014" y="2313"/>
                    <a:pt x="2344" y="982"/>
                    <a:pt x="3959" y="982"/>
                  </a:cubicBezTo>
                  <a:close/>
                  <a:moveTo>
                    <a:pt x="3959" y="1"/>
                  </a:moveTo>
                  <a:cubicBezTo>
                    <a:pt x="1774" y="1"/>
                    <a:pt x="1" y="1774"/>
                    <a:pt x="1" y="3928"/>
                  </a:cubicBezTo>
                  <a:cubicBezTo>
                    <a:pt x="1" y="6113"/>
                    <a:pt x="1774" y="7886"/>
                    <a:pt x="3959" y="7886"/>
                  </a:cubicBezTo>
                  <a:cubicBezTo>
                    <a:pt x="6145" y="7886"/>
                    <a:pt x="7886" y="6113"/>
                    <a:pt x="7918" y="3928"/>
                  </a:cubicBezTo>
                  <a:cubicBezTo>
                    <a:pt x="7918" y="1774"/>
                    <a:pt x="6145" y="1"/>
                    <a:pt x="395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64" name="Google Shape;164;p13"/>
          <p:cNvSpPr txBox="1"/>
          <p:nvPr/>
        </p:nvSpPr>
        <p:spPr>
          <a:xfrm>
            <a:off x="513238" y="1578000"/>
            <a:ext cx="5634543" cy="21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4200" b="1" dirty="0">
                <a:solidFill>
                  <a:srgbClr val="00002A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Fira Sans Extra Condensed SemiBold"/>
                <a:cs typeface="Times New Roman" panose="02020603050405020304" pitchFamily="18" charset="0"/>
                <a:sym typeface="Fira Sans Extra Condensed SemiBold"/>
              </a:rPr>
              <a:t>02</a:t>
            </a:r>
          </a:p>
          <a:p>
            <a:r>
              <a:rPr lang="en-US" sz="4200" b="1" dirty="0">
                <a:latin typeface="Times New Roman" panose="02020603050405020304" pitchFamily="18" charset="0"/>
                <a:ea typeface="Fira Sans"/>
                <a:cs typeface="Times New Roman" panose="02020603050405020304" pitchFamily="18" charset="0"/>
                <a:sym typeface="Fira Sans"/>
              </a:rPr>
              <a:t>Rules While Designing The Drawing</a:t>
            </a:r>
          </a:p>
          <a:p>
            <a:endParaRPr sz="4200" b="1" dirty="0">
              <a:solidFill>
                <a:srgbClr val="00002A"/>
              </a:solidFill>
              <a:highlight>
                <a:srgbClr val="FFFFFF"/>
              </a:highlight>
              <a:latin typeface="Times New Roman" panose="02020603050405020304" pitchFamily="18" charset="0"/>
              <a:ea typeface="Fira Sans Extra Condensed SemiBold"/>
              <a:cs typeface="Times New Roman" panose="02020603050405020304" pitchFamily="18" charset="0"/>
              <a:sym typeface="Fira Sans Extra Condense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7307033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9D2AC2-F6A5-E5C0-171E-6A36E30D9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7078" y="1273712"/>
            <a:ext cx="5669013" cy="51345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7C2826-D38A-9A96-21FF-CDEAE77C7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909" y="1273712"/>
            <a:ext cx="5780091" cy="51506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CE551B0-CB7F-E244-9DFF-22969A7A9514}"/>
              </a:ext>
            </a:extLst>
          </p:cNvPr>
          <p:cNvSpPr txBox="1"/>
          <p:nvPr/>
        </p:nvSpPr>
        <p:spPr>
          <a:xfrm>
            <a:off x="773723" y="277307"/>
            <a:ext cx="9959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00" b="1" dirty="0"/>
              <a:t>Rules For Drafting Binder Drawings</a:t>
            </a:r>
            <a:endParaRPr lang="en-IN" sz="4200" b="1" dirty="0"/>
          </a:p>
        </p:txBody>
      </p:sp>
    </p:spTree>
    <p:extLst>
      <p:ext uri="{BB962C8B-B14F-4D97-AF65-F5344CB8AC3E}">
        <p14:creationId xmlns:p14="http://schemas.microsoft.com/office/powerpoint/2010/main" val="16636499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2D1C5-34B4-551B-7876-5EA698CDE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n-US" b="1" dirty="0">
                <a:ln/>
                <a:solidFill>
                  <a:schemeClr val="accent4"/>
                </a:solidFill>
              </a:rPr>
              <a:t>Thank You</a:t>
            </a:r>
            <a:endParaRPr lang="en-IN" b="1" dirty="0">
              <a:ln/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2996430"/>
      </p:ext>
    </p:extLst>
  </p:cSld>
  <p:clrMapOvr>
    <a:masterClrMapping/>
  </p:clrMapOvr>
</p:sld>
</file>

<file path=ppt/theme/theme1.xml><?xml version="1.0" encoding="utf-8"?>
<a:theme xmlns:a="http://schemas.openxmlformats.org/drawingml/2006/main" name="Technology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1278</TotalTime>
  <Words>408</Words>
  <Application>Microsoft Office PowerPoint</Application>
  <PresentationFormat>Widescreen</PresentationFormat>
  <Paragraphs>108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Calibri</vt:lpstr>
      <vt:lpstr>Fira Sans</vt:lpstr>
      <vt:lpstr>Fira Sans Extra Condensed Medium</vt:lpstr>
      <vt:lpstr>Fira Sans Extra Condensed SemiBold</vt:lpstr>
      <vt:lpstr>Fira Sans Medium</vt:lpstr>
      <vt:lpstr>Golos Text</vt:lpstr>
      <vt:lpstr>Times New Roman</vt:lpstr>
      <vt:lpstr>Technology Infographics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Solution</vt:lpstr>
      <vt:lpstr>ISMB And ISMC Values</vt:lpstr>
      <vt:lpstr>Angle Cleats</vt:lpstr>
      <vt:lpstr>Plates</vt:lpstr>
      <vt:lpstr>Multiple Files be Uploaded</vt:lpstr>
      <vt:lpstr>Inserting Data into Standard Excel Sheets</vt:lpstr>
      <vt:lpstr>Excel Text Formatting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Pranay</dc:creator>
  <cp:lastModifiedBy>Sai Pranay Ganta</cp:lastModifiedBy>
  <cp:revision>27</cp:revision>
  <dcterms:created xsi:type="dcterms:W3CDTF">2024-09-18T03:52:10Z</dcterms:created>
  <dcterms:modified xsi:type="dcterms:W3CDTF">2025-12-28T06:15:41Z</dcterms:modified>
</cp:coreProperties>
</file>